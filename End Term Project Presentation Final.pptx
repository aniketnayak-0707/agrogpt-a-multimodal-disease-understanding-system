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2" r:id="rId4"/>
  </p:sldMasterIdLst>
  <p:notesMasterIdLst>
    <p:notesMasterId r:id="rId47"/>
  </p:notesMasterIdLst>
  <p:handoutMasterIdLst>
    <p:handoutMasterId r:id="rId48"/>
  </p:handoutMasterIdLst>
  <p:sldIdLst>
    <p:sldId id="262" r:id="rId5"/>
    <p:sldId id="294" r:id="rId6"/>
    <p:sldId id="293" r:id="rId7"/>
    <p:sldId id="295" r:id="rId8"/>
    <p:sldId id="277" r:id="rId9"/>
    <p:sldId id="322" r:id="rId10"/>
    <p:sldId id="278" r:id="rId11"/>
    <p:sldId id="292" r:id="rId12"/>
    <p:sldId id="296" r:id="rId13"/>
    <p:sldId id="297" r:id="rId14"/>
    <p:sldId id="286" r:id="rId15"/>
    <p:sldId id="298" r:id="rId16"/>
    <p:sldId id="279" r:id="rId17"/>
    <p:sldId id="302" r:id="rId18"/>
    <p:sldId id="280" r:id="rId19"/>
    <p:sldId id="281" r:id="rId20"/>
    <p:sldId id="304" r:id="rId21"/>
    <p:sldId id="299" r:id="rId22"/>
    <p:sldId id="282" r:id="rId23"/>
    <p:sldId id="283" r:id="rId24"/>
    <p:sldId id="300" r:id="rId25"/>
    <p:sldId id="284" r:id="rId26"/>
    <p:sldId id="285" r:id="rId27"/>
    <p:sldId id="287" r:id="rId28"/>
    <p:sldId id="288" r:id="rId29"/>
    <p:sldId id="303" r:id="rId30"/>
    <p:sldId id="305" r:id="rId31"/>
    <p:sldId id="307" r:id="rId32"/>
    <p:sldId id="306" r:id="rId33"/>
    <p:sldId id="308" r:id="rId34"/>
    <p:sldId id="310" r:id="rId35"/>
    <p:sldId id="311" r:id="rId36"/>
    <p:sldId id="312" r:id="rId37"/>
    <p:sldId id="313" r:id="rId38"/>
    <p:sldId id="320" r:id="rId39"/>
    <p:sldId id="321" r:id="rId40"/>
    <p:sldId id="317" r:id="rId41"/>
    <p:sldId id="318" r:id="rId42"/>
    <p:sldId id="276" r:id="rId43"/>
    <p:sldId id="319" r:id="rId44"/>
    <p:sldId id="266" r:id="rId45"/>
    <p:sldId id="260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ED59DF-963B-4235-ABB3-3B7F6CDD8FB5}" v="58" dt="2026-04-02T11:09:55.0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yana Patra" userId="e80d82eea35008fc" providerId="LiveId" clId="{060AF9B2-DC16-4B01-865E-95748D52DD89}"/>
    <pc:docChg chg="undo custSel addSld delSld modSld modMainMaster">
      <pc:chgData name="Gyana Patra" userId="e80d82eea35008fc" providerId="LiveId" clId="{060AF9B2-DC16-4B01-865E-95748D52DD89}" dt="2026-04-02T11:10:15.270" v="1050" actId="108"/>
      <pc:docMkLst>
        <pc:docMk/>
      </pc:docMkLst>
      <pc:sldChg chg="add del">
        <pc:chgData name="Gyana Patra" userId="e80d82eea35008fc" providerId="LiveId" clId="{060AF9B2-DC16-4B01-865E-95748D52DD89}" dt="2026-04-02T05:35:04.919" v="23" actId="47"/>
        <pc:sldMkLst>
          <pc:docMk/>
          <pc:sldMk cId="0" sldId="257"/>
        </pc:sldMkLst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3795643646" sldId="257"/>
        </pc:sldMkLst>
      </pc:sldChg>
      <pc:sldChg chg="add del">
        <pc:chgData name="Gyana Patra" userId="e80d82eea35008fc" providerId="LiveId" clId="{060AF9B2-DC16-4B01-865E-95748D52DD89}" dt="2026-04-02T05:35:07.826" v="24" actId="47"/>
        <pc:sldMkLst>
          <pc:docMk/>
          <pc:sldMk cId="0" sldId="258"/>
        </pc:sldMkLst>
      </pc:sldChg>
      <pc:sldChg chg="add del">
        <pc:chgData name="Gyana Patra" userId="e80d82eea35008fc" providerId="LiveId" clId="{060AF9B2-DC16-4B01-865E-95748D52DD89}" dt="2026-04-02T05:35:12.126" v="28" actId="47"/>
        <pc:sldMkLst>
          <pc:docMk/>
          <pc:sldMk cId="0" sldId="259"/>
        </pc:sldMkLst>
      </pc:sldChg>
      <pc:sldChg chg="modSp mod">
        <pc:chgData name="Gyana Patra" userId="e80d82eea35008fc" providerId="LiveId" clId="{060AF9B2-DC16-4B01-865E-95748D52DD89}" dt="2026-04-02T05:38:38.566" v="112" actId="403"/>
        <pc:sldMkLst>
          <pc:docMk/>
          <pc:sldMk cId="3501347425" sldId="260"/>
        </pc:sldMkLst>
        <pc:spChg chg="mod">
          <ac:chgData name="Gyana Patra" userId="e80d82eea35008fc" providerId="LiveId" clId="{060AF9B2-DC16-4B01-865E-95748D52DD89}" dt="2026-04-02T05:38:38.566" v="112" actId="403"/>
          <ac:spMkLst>
            <pc:docMk/>
            <pc:sldMk cId="3501347425" sldId="260"/>
            <ac:spMk id="2" creationId="{0F87E73C-2B1A-4602-BFBE-CFE1E55D9B38}"/>
          </ac:spMkLst>
        </pc:spChg>
      </pc:sldChg>
      <pc:sldChg chg="addSp modSp add del mod">
        <pc:chgData name="Gyana Patra" userId="e80d82eea35008fc" providerId="LiveId" clId="{060AF9B2-DC16-4B01-865E-95748D52DD89}" dt="2026-04-02T11:10:15.270" v="1050" actId="108"/>
        <pc:sldMkLst>
          <pc:docMk/>
          <pc:sldMk cId="336328085" sldId="262"/>
        </pc:sldMkLst>
        <pc:spChg chg="mod">
          <ac:chgData name="Gyana Patra" userId="e80d82eea35008fc" providerId="LiveId" clId="{060AF9B2-DC16-4B01-865E-95748D52DD89}" dt="2026-04-02T05:59:59.842" v="531" actId="20577"/>
          <ac:spMkLst>
            <pc:docMk/>
            <pc:sldMk cId="336328085" sldId="262"/>
            <ac:spMk id="2" creationId="{49D32C0F-4E1C-9A9F-9407-989C8DBE528D}"/>
          </ac:spMkLst>
        </pc:spChg>
        <pc:spChg chg="mod">
          <ac:chgData name="Gyana Patra" userId="e80d82eea35008fc" providerId="LiveId" clId="{060AF9B2-DC16-4B01-865E-95748D52DD89}" dt="2026-04-02T06:00:28.079" v="560" actId="1036"/>
          <ac:spMkLst>
            <pc:docMk/>
            <pc:sldMk cId="336328085" sldId="262"/>
            <ac:spMk id="3" creationId="{E78B2A4D-0C9C-1868-4DAC-005A87B5470D}"/>
          </ac:spMkLst>
        </pc:spChg>
        <pc:spChg chg="mod">
          <ac:chgData name="Gyana Patra" userId="e80d82eea35008fc" providerId="LiveId" clId="{060AF9B2-DC16-4B01-865E-95748D52DD89}" dt="2026-04-02T11:10:15.270" v="1050" actId="108"/>
          <ac:spMkLst>
            <pc:docMk/>
            <pc:sldMk cId="336328085" sldId="262"/>
            <ac:spMk id="4" creationId="{9A3A765E-6F86-44A6-0D5F-80C503D4D4CC}"/>
          </ac:spMkLst>
        </pc:spChg>
        <pc:spChg chg="mod">
          <ac:chgData name="Gyana Patra" userId="e80d82eea35008fc" providerId="LiveId" clId="{060AF9B2-DC16-4B01-865E-95748D52DD89}" dt="2026-04-02T11:02:44.033" v="657" actId="114"/>
          <ac:spMkLst>
            <pc:docMk/>
            <pc:sldMk cId="336328085" sldId="262"/>
            <ac:spMk id="6" creationId="{B7D40C8E-7217-853F-BD19-D107C94AA55E}"/>
          </ac:spMkLst>
        </pc:spChg>
        <pc:spChg chg="add mod">
          <ac:chgData name="Gyana Patra" userId="e80d82eea35008fc" providerId="LiveId" clId="{060AF9B2-DC16-4B01-865E-95748D52DD89}" dt="2026-04-02T11:00:40.172" v="587" actId="20577"/>
          <ac:spMkLst>
            <pc:docMk/>
            <pc:sldMk cId="336328085" sldId="262"/>
            <ac:spMk id="9" creationId="{BEB950A6-E326-C9D3-FE8F-34E8FE512476}"/>
          </ac:spMkLst>
        </pc:spChg>
        <pc:picChg chg="mod">
          <ac:chgData name="Gyana Patra" userId="e80d82eea35008fc" providerId="LiveId" clId="{060AF9B2-DC16-4B01-865E-95748D52DD89}" dt="2026-04-02T11:01:02.093" v="589" actId="1076"/>
          <ac:picMkLst>
            <pc:docMk/>
            <pc:sldMk cId="336328085" sldId="262"/>
            <ac:picMk id="7" creationId="{EACE076D-34D1-1F32-2E9F-166EFDD4B271}"/>
          </ac:picMkLst>
        </pc:picChg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3442796998" sldId="263"/>
        </pc:sldMkLst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138713600" sldId="264"/>
        </pc:sldMkLst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3250561923" sldId="265"/>
        </pc:sldMkLst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738445123" sldId="266"/>
        </pc:sldMkLst>
      </pc:sldChg>
      <pc:sldChg chg="modSp add mod">
        <pc:chgData name="Gyana Patra" userId="e80d82eea35008fc" providerId="LiveId" clId="{060AF9B2-DC16-4B01-865E-95748D52DD89}" dt="2026-04-02T05:35:41.772" v="69" actId="1076"/>
        <pc:sldMkLst>
          <pc:docMk/>
          <pc:sldMk cId="941814897" sldId="266"/>
        </pc:sldMkLst>
        <pc:spChg chg="mod">
          <ac:chgData name="Gyana Patra" userId="e80d82eea35008fc" providerId="LiveId" clId="{060AF9B2-DC16-4B01-865E-95748D52DD89}" dt="2026-04-02T05:35:00.363" v="22" actId="27636"/>
          <ac:spMkLst>
            <pc:docMk/>
            <pc:sldMk cId="941814897" sldId="266"/>
            <ac:spMk id="2" creationId="{A21F10A4-639D-4F22-9C5D-BDE292E17FEE}"/>
          </ac:spMkLst>
        </pc:spChg>
        <pc:picChg chg="mod">
          <ac:chgData name="Gyana Patra" userId="e80d82eea35008fc" providerId="LiveId" clId="{060AF9B2-DC16-4B01-865E-95748D52DD89}" dt="2026-04-02T05:35:41.772" v="69" actId="1076"/>
          <ac:picMkLst>
            <pc:docMk/>
            <pc:sldMk cId="941814897" sldId="266"/>
            <ac:picMk id="3076" creationId="{6053F465-F367-AD8D-51C1-E0ECA41B8028}"/>
          </ac:picMkLst>
        </pc:picChg>
      </pc:sldChg>
      <pc:sldChg chg="delSp add del setBg delDesignElem">
        <pc:chgData name="Gyana Patra" userId="e80d82eea35008fc" providerId="LiveId" clId="{060AF9B2-DC16-4B01-865E-95748D52DD89}" dt="2026-04-02T05:35:34.352" v="67" actId="47"/>
        <pc:sldMkLst>
          <pc:docMk/>
          <pc:sldMk cId="3183861899" sldId="267"/>
        </pc:sldMkLst>
        <pc:spChg chg="del">
          <ac:chgData name="Gyana Patra" userId="e80d82eea35008fc" providerId="LiveId" clId="{060AF9B2-DC16-4B01-865E-95748D52DD89}" dt="2026-04-02T05:35:00.104" v="4"/>
          <ac:spMkLst>
            <pc:docMk/>
            <pc:sldMk cId="3183861899" sldId="267"/>
            <ac:spMk id="1033" creationId="{57845966-6EFC-468A-9CC7-BAB4B95854E7}"/>
          </ac:spMkLst>
        </pc:spChg>
        <pc:spChg chg="del">
          <ac:chgData name="Gyana Patra" userId="e80d82eea35008fc" providerId="LiveId" clId="{060AF9B2-DC16-4B01-865E-95748D52DD89}" dt="2026-04-02T05:35:00.104" v="4"/>
          <ac:spMkLst>
            <pc:docMk/>
            <pc:sldMk cId="3183861899" sldId="267"/>
            <ac:spMk id="1037" creationId="{ADAD1991-FFD1-4E94-ABAB-7560D33008E4}"/>
          </ac:spMkLst>
        </pc:spChg>
        <pc:picChg chg="del">
          <ac:chgData name="Gyana Patra" userId="e80d82eea35008fc" providerId="LiveId" clId="{060AF9B2-DC16-4B01-865E-95748D52DD89}" dt="2026-04-02T05:35:00.104" v="4"/>
          <ac:picMkLst>
            <pc:docMk/>
            <pc:sldMk cId="3183861899" sldId="267"/>
            <ac:picMk id="1035" creationId="{75554383-98AF-4A47-BB65-705FAAA4BE6A}"/>
          </ac:picMkLst>
        </pc:picChg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4129161827" sldId="267"/>
        </pc:sldMkLst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1881136526" sldId="268"/>
        </pc:sldMkLst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1585628740" sldId="269"/>
        </pc:sldMkLst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934889094" sldId="270"/>
        </pc:sldMkLst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3303020334" sldId="271"/>
        </pc:sldMkLst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846874025" sldId="272"/>
        </pc:sldMkLst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3540846199" sldId="273"/>
        </pc:sldMkLst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1117406467" sldId="274"/>
        </pc:sldMkLst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955965355" sldId="275"/>
        </pc:sldMkLst>
      </pc:sldChg>
      <pc:sldChg chg="modSp add del mod chgLayout">
        <pc:chgData name="Gyana Patra" userId="e80d82eea35008fc" providerId="LiveId" clId="{060AF9B2-DC16-4B01-865E-95748D52DD89}" dt="2026-04-02T05:53:25.556" v="362" actId="47"/>
        <pc:sldMkLst>
          <pc:docMk/>
          <pc:sldMk cId="3331294459" sldId="275"/>
        </pc:sldMkLst>
        <pc:spChg chg="mod ord">
          <ac:chgData name="Gyana Patra" userId="e80d82eea35008fc" providerId="LiveId" clId="{060AF9B2-DC16-4B01-865E-95748D52DD89}" dt="2026-04-02T05:38:12.644" v="105" actId="700"/>
          <ac:spMkLst>
            <pc:docMk/>
            <pc:sldMk cId="3331294459" sldId="275"/>
            <ac:spMk id="2" creationId="{B4B03520-4117-BF7A-0D2F-490C341B5CA2}"/>
          </ac:spMkLst>
        </pc:spChg>
        <pc:spChg chg="mod ord">
          <ac:chgData name="Gyana Patra" userId="e80d82eea35008fc" providerId="LiveId" clId="{060AF9B2-DC16-4B01-865E-95748D52DD89}" dt="2026-04-02T05:38:12.644" v="105" actId="700"/>
          <ac:spMkLst>
            <pc:docMk/>
            <pc:sldMk cId="3331294459" sldId="275"/>
            <ac:spMk id="3" creationId="{2ACD0A18-4857-1D07-52DD-52815F5CDE3F}"/>
          </ac:spMkLst>
        </pc:spChg>
        <pc:spChg chg="mod ord">
          <ac:chgData name="Gyana Patra" userId="e80d82eea35008fc" providerId="LiveId" clId="{060AF9B2-DC16-4B01-865E-95748D52DD89}" dt="2026-04-02T05:38:12.644" v="105" actId="700"/>
          <ac:spMkLst>
            <pc:docMk/>
            <pc:sldMk cId="3331294459" sldId="275"/>
            <ac:spMk id="4" creationId="{0693E514-752B-D2F0-33C4-48114B4DF6C0}"/>
          </ac:spMkLst>
        </pc:spChg>
        <pc:spChg chg="mod ord">
          <ac:chgData name="Gyana Patra" userId="e80d82eea35008fc" providerId="LiveId" clId="{060AF9B2-DC16-4B01-865E-95748D52DD89}" dt="2026-04-02T05:38:12.644" v="105" actId="700"/>
          <ac:spMkLst>
            <pc:docMk/>
            <pc:sldMk cId="3331294459" sldId="275"/>
            <ac:spMk id="5" creationId="{A470D5FB-3BF6-2E50-AEAD-B175F1133B28}"/>
          </ac:spMkLst>
        </pc:spChg>
        <pc:spChg chg="mod ord">
          <ac:chgData name="Gyana Patra" userId="e80d82eea35008fc" providerId="LiveId" clId="{060AF9B2-DC16-4B01-865E-95748D52DD89}" dt="2026-04-02T05:38:12.644" v="105" actId="700"/>
          <ac:spMkLst>
            <pc:docMk/>
            <pc:sldMk cId="3331294459" sldId="275"/>
            <ac:spMk id="6" creationId="{322E7E25-C62F-0C07-6D46-5E7F2420A22C}"/>
          </ac:spMkLst>
        </pc:spChg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1315446978" sldId="276"/>
        </pc:sldMkLst>
      </pc:sldChg>
      <pc:sldChg chg="add del">
        <pc:chgData name="Gyana Patra" userId="e80d82eea35008fc" providerId="LiveId" clId="{060AF9B2-DC16-4B01-865E-95748D52DD89}" dt="2026-04-02T05:35:30.918" v="66" actId="47"/>
        <pc:sldMkLst>
          <pc:docMk/>
          <pc:sldMk cId="1976116665" sldId="276"/>
        </pc:sldMkLst>
      </pc:sldChg>
      <pc:sldChg chg="modSp new mod">
        <pc:chgData name="Gyana Patra" userId="e80d82eea35008fc" providerId="LiveId" clId="{060AF9B2-DC16-4B01-865E-95748D52DD89}" dt="2026-04-02T05:41:30.967" v="164" actId="20577"/>
        <pc:sldMkLst>
          <pc:docMk/>
          <pc:sldMk cId="3223051302" sldId="276"/>
        </pc:sldMkLst>
        <pc:spChg chg="mod">
          <ac:chgData name="Gyana Patra" userId="e80d82eea35008fc" providerId="LiveId" clId="{060AF9B2-DC16-4B01-865E-95748D52DD89}" dt="2026-04-02T05:41:30.967" v="164" actId="20577"/>
          <ac:spMkLst>
            <pc:docMk/>
            <pc:sldMk cId="3223051302" sldId="276"/>
            <ac:spMk id="2" creationId="{713BCFD7-9AD0-9321-A6E2-12259B3BF88F}"/>
          </ac:spMkLst>
        </pc:spChg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3114431514" sldId="277"/>
        </pc:sldMkLst>
      </pc:sldChg>
      <pc:sldChg chg="modSp new">
        <pc:chgData name="Gyana Patra" userId="e80d82eea35008fc" providerId="LiveId" clId="{060AF9B2-DC16-4B01-865E-95748D52DD89}" dt="2026-04-02T05:43:03.403" v="165"/>
        <pc:sldMkLst>
          <pc:docMk/>
          <pc:sldMk cId="3556088017" sldId="277"/>
        </pc:sldMkLst>
        <pc:spChg chg="mod">
          <ac:chgData name="Gyana Patra" userId="e80d82eea35008fc" providerId="LiveId" clId="{060AF9B2-DC16-4B01-865E-95748D52DD89}" dt="2026-04-02T05:43:03.403" v="165"/>
          <ac:spMkLst>
            <pc:docMk/>
            <pc:sldMk cId="3556088017" sldId="277"/>
            <ac:spMk id="2" creationId="{8022E580-32FB-8F70-D3A2-E1744C9DB917}"/>
          </ac:spMkLst>
        </pc:spChg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85289903" sldId="278"/>
        </pc:sldMkLst>
      </pc:sldChg>
      <pc:sldChg chg="modSp new mod">
        <pc:chgData name="Gyana Patra" userId="e80d82eea35008fc" providerId="LiveId" clId="{060AF9B2-DC16-4B01-865E-95748D52DD89}" dt="2026-04-02T05:43:25.879" v="177" actId="20577"/>
        <pc:sldMkLst>
          <pc:docMk/>
          <pc:sldMk cId="842312538" sldId="278"/>
        </pc:sldMkLst>
        <pc:spChg chg="mod">
          <ac:chgData name="Gyana Patra" userId="e80d82eea35008fc" providerId="LiveId" clId="{060AF9B2-DC16-4B01-865E-95748D52DD89}" dt="2026-04-02T05:43:25.879" v="177" actId="20577"/>
          <ac:spMkLst>
            <pc:docMk/>
            <pc:sldMk cId="842312538" sldId="278"/>
            <ac:spMk id="2" creationId="{747B0C90-4DBB-4153-C19E-718F3EC51F68}"/>
          </ac:spMkLst>
        </pc:spChg>
      </pc:sldChg>
      <pc:sldChg chg="modSp new">
        <pc:chgData name="Gyana Patra" userId="e80d82eea35008fc" providerId="LiveId" clId="{060AF9B2-DC16-4B01-865E-95748D52DD89}" dt="2026-04-02T05:43:34.066" v="178"/>
        <pc:sldMkLst>
          <pc:docMk/>
          <pc:sldMk cId="3053386017" sldId="279"/>
        </pc:sldMkLst>
        <pc:spChg chg="mod">
          <ac:chgData name="Gyana Patra" userId="e80d82eea35008fc" providerId="LiveId" clId="{060AF9B2-DC16-4B01-865E-95748D52DD89}" dt="2026-04-02T05:43:34.066" v="178"/>
          <ac:spMkLst>
            <pc:docMk/>
            <pc:sldMk cId="3053386017" sldId="279"/>
            <ac:spMk id="2" creationId="{C13C7F74-205B-63C5-D428-510BE38011F2}"/>
          </ac:spMkLst>
        </pc:spChg>
      </pc:sldChg>
      <pc:sldChg chg="add del">
        <pc:chgData name="Gyana Patra" userId="e80d82eea35008fc" providerId="LiveId" clId="{060AF9B2-DC16-4B01-865E-95748D52DD89}" dt="2026-04-02T05:35:19.345" v="37" actId="47"/>
        <pc:sldMkLst>
          <pc:docMk/>
          <pc:sldMk cId="4079505297" sldId="279"/>
        </pc:sldMkLst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4188565436" sldId="279"/>
        </pc:sldMkLst>
      </pc:sldChg>
      <pc:sldChg chg="add del">
        <pc:chgData name="Gyana Patra" userId="e80d82eea35008fc" providerId="LiveId" clId="{060AF9B2-DC16-4B01-865E-95748D52DD89}" dt="2026-04-02T05:35:18.826" v="36" actId="47"/>
        <pc:sldMkLst>
          <pc:docMk/>
          <pc:sldMk cId="220864806" sldId="280"/>
        </pc:sldMkLst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1041371698" sldId="280"/>
        </pc:sldMkLst>
      </pc:sldChg>
      <pc:sldChg chg="modSp new">
        <pc:chgData name="Gyana Patra" userId="e80d82eea35008fc" providerId="LiveId" clId="{060AF9B2-DC16-4B01-865E-95748D52DD89}" dt="2026-04-02T05:43:48.012" v="185"/>
        <pc:sldMkLst>
          <pc:docMk/>
          <pc:sldMk cId="2097838773" sldId="280"/>
        </pc:sldMkLst>
        <pc:spChg chg="mod">
          <ac:chgData name="Gyana Patra" userId="e80d82eea35008fc" providerId="LiveId" clId="{060AF9B2-DC16-4B01-865E-95748D52DD89}" dt="2026-04-02T05:43:48.012" v="185"/>
          <ac:spMkLst>
            <pc:docMk/>
            <pc:sldMk cId="2097838773" sldId="280"/>
            <ac:spMk id="2" creationId="{81812CDB-6E77-C007-66FE-52DD06386D72}"/>
          </ac:spMkLst>
        </pc:spChg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1774936096" sldId="281"/>
        </pc:sldMkLst>
      </pc:sldChg>
      <pc:sldChg chg="modSp new">
        <pc:chgData name="Gyana Patra" userId="e80d82eea35008fc" providerId="LiveId" clId="{060AF9B2-DC16-4B01-865E-95748D52DD89}" dt="2026-04-02T05:43:57.644" v="186"/>
        <pc:sldMkLst>
          <pc:docMk/>
          <pc:sldMk cId="2662997009" sldId="281"/>
        </pc:sldMkLst>
        <pc:spChg chg="mod">
          <ac:chgData name="Gyana Patra" userId="e80d82eea35008fc" providerId="LiveId" clId="{060AF9B2-DC16-4B01-865E-95748D52DD89}" dt="2026-04-02T05:43:57.644" v="186"/>
          <ac:spMkLst>
            <pc:docMk/>
            <pc:sldMk cId="2662997009" sldId="281"/>
            <ac:spMk id="2" creationId="{77C7A974-7527-5F9E-0A63-D0CC405EA93F}"/>
          </ac:spMkLst>
        </pc:spChg>
      </pc:sldChg>
      <pc:sldChg chg="modSp new">
        <pc:chgData name="Gyana Patra" userId="e80d82eea35008fc" providerId="LiveId" clId="{060AF9B2-DC16-4B01-865E-95748D52DD89}" dt="2026-04-02T05:44:06.557" v="187"/>
        <pc:sldMkLst>
          <pc:docMk/>
          <pc:sldMk cId="2391399794" sldId="282"/>
        </pc:sldMkLst>
        <pc:spChg chg="mod">
          <ac:chgData name="Gyana Patra" userId="e80d82eea35008fc" providerId="LiveId" clId="{060AF9B2-DC16-4B01-865E-95748D52DD89}" dt="2026-04-02T05:44:06.557" v="187"/>
          <ac:spMkLst>
            <pc:docMk/>
            <pc:sldMk cId="2391399794" sldId="282"/>
            <ac:spMk id="2" creationId="{C69EB24D-3A90-E582-DF94-A3CB8C158539}"/>
          </ac:spMkLst>
        </pc:spChg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3783435565" sldId="282"/>
        </pc:sldMkLst>
      </pc:sldChg>
      <pc:sldChg chg="add del">
        <pc:chgData name="Gyana Patra" userId="e80d82eea35008fc" providerId="LiveId" clId="{060AF9B2-DC16-4B01-865E-95748D52DD89}" dt="2026-04-02T05:35:13.960" v="30" actId="47"/>
        <pc:sldMkLst>
          <pc:docMk/>
          <pc:sldMk cId="1406668206" sldId="283"/>
        </pc:sldMkLst>
      </pc:sldChg>
      <pc:sldChg chg="modSp new">
        <pc:chgData name="Gyana Patra" userId="e80d82eea35008fc" providerId="LiveId" clId="{060AF9B2-DC16-4B01-865E-95748D52DD89}" dt="2026-04-02T05:44:15.948" v="188"/>
        <pc:sldMkLst>
          <pc:docMk/>
          <pc:sldMk cId="1712597259" sldId="283"/>
        </pc:sldMkLst>
        <pc:spChg chg="mod">
          <ac:chgData name="Gyana Patra" userId="e80d82eea35008fc" providerId="LiveId" clId="{060AF9B2-DC16-4B01-865E-95748D52DD89}" dt="2026-04-02T05:44:15.948" v="188"/>
          <ac:spMkLst>
            <pc:docMk/>
            <pc:sldMk cId="1712597259" sldId="283"/>
            <ac:spMk id="2" creationId="{C4382845-696E-8F21-52F2-728CFFC12D27}"/>
          </ac:spMkLst>
        </pc:spChg>
      </pc:sldChg>
      <pc:sldChg chg="modSp new mod">
        <pc:chgData name="Gyana Patra" userId="e80d82eea35008fc" providerId="LiveId" clId="{060AF9B2-DC16-4B01-865E-95748D52DD89}" dt="2026-04-02T05:49:40.188" v="236" actId="20577"/>
        <pc:sldMkLst>
          <pc:docMk/>
          <pc:sldMk cId="268584964" sldId="284"/>
        </pc:sldMkLst>
        <pc:spChg chg="mod">
          <ac:chgData name="Gyana Patra" userId="e80d82eea35008fc" providerId="LiveId" clId="{060AF9B2-DC16-4B01-865E-95748D52DD89}" dt="2026-04-02T05:49:40.188" v="236" actId="20577"/>
          <ac:spMkLst>
            <pc:docMk/>
            <pc:sldMk cId="268584964" sldId="284"/>
            <ac:spMk id="2" creationId="{3AEAB479-67D4-B4A6-D356-0DF39780C2B3}"/>
          </ac:spMkLst>
        </pc:spChg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1415448456" sldId="284"/>
        </pc:sldMkLst>
      </pc:sldChg>
      <pc:sldChg chg="add del">
        <pc:chgData name="Gyana Patra" userId="e80d82eea35008fc" providerId="LiveId" clId="{060AF9B2-DC16-4B01-865E-95748D52DD89}" dt="2026-04-02T05:35:22.891" v="47" actId="47"/>
        <pc:sldMkLst>
          <pc:docMk/>
          <pc:sldMk cId="1514345500" sldId="284"/>
        </pc:sldMkLst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3002727409" sldId="285"/>
        </pc:sldMkLst>
      </pc:sldChg>
      <pc:sldChg chg="modSp new mod">
        <pc:chgData name="Gyana Patra" userId="e80d82eea35008fc" providerId="LiveId" clId="{060AF9B2-DC16-4B01-865E-95748D52DD89}" dt="2026-04-02T05:49:49.405" v="259" actId="20577"/>
        <pc:sldMkLst>
          <pc:docMk/>
          <pc:sldMk cId="4137304165" sldId="285"/>
        </pc:sldMkLst>
        <pc:spChg chg="mod">
          <ac:chgData name="Gyana Patra" userId="e80d82eea35008fc" providerId="LiveId" clId="{060AF9B2-DC16-4B01-865E-95748D52DD89}" dt="2026-04-02T05:49:49.405" v="259" actId="20577"/>
          <ac:spMkLst>
            <pc:docMk/>
            <pc:sldMk cId="4137304165" sldId="285"/>
            <ac:spMk id="2" creationId="{92E06028-C877-255F-44AA-A12ADC3DAE5C}"/>
          </ac:spMkLst>
        </pc:spChg>
      </pc:sldChg>
      <pc:sldChg chg="add del">
        <pc:chgData name="Gyana Patra" userId="e80d82eea35008fc" providerId="LiveId" clId="{060AF9B2-DC16-4B01-865E-95748D52DD89}" dt="2026-04-02T05:35:20.632" v="40" actId="47"/>
        <pc:sldMkLst>
          <pc:docMk/>
          <pc:sldMk cId="395682571" sldId="286"/>
        </pc:sldMkLst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1741103324" sldId="286"/>
        </pc:sldMkLst>
      </pc:sldChg>
      <pc:sldChg chg="modSp new mod">
        <pc:chgData name="Gyana Patra" userId="e80d82eea35008fc" providerId="LiveId" clId="{060AF9B2-DC16-4B01-865E-95748D52DD89}" dt="2026-04-02T05:44:47.721" v="213" actId="20577"/>
        <pc:sldMkLst>
          <pc:docMk/>
          <pc:sldMk cId="3972596931" sldId="286"/>
        </pc:sldMkLst>
        <pc:spChg chg="mod">
          <ac:chgData name="Gyana Patra" userId="e80d82eea35008fc" providerId="LiveId" clId="{060AF9B2-DC16-4B01-865E-95748D52DD89}" dt="2026-04-02T05:44:47.721" v="213" actId="20577"/>
          <ac:spMkLst>
            <pc:docMk/>
            <pc:sldMk cId="3972596931" sldId="286"/>
            <ac:spMk id="2" creationId="{EA12AE4F-9B4F-A6EB-EE85-C70BFE340593}"/>
          </ac:spMkLst>
        </pc:spChg>
      </pc:sldChg>
      <pc:sldChg chg="modSp new mod">
        <pc:chgData name="Gyana Patra" userId="e80d82eea35008fc" providerId="LiveId" clId="{060AF9B2-DC16-4B01-865E-95748D52DD89}" dt="2026-04-02T05:51:16.094" v="282" actId="20577"/>
        <pc:sldMkLst>
          <pc:docMk/>
          <pc:sldMk cId="1376809763" sldId="287"/>
        </pc:sldMkLst>
        <pc:spChg chg="mod">
          <ac:chgData name="Gyana Patra" userId="e80d82eea35008fc" providerId="LiveId" clId="{060AF9B2-DC16-4B01-865E-95748D52DD89}" dt="2026-04-02T05:51:16.094" v="282" actId="20577"/>
          <ac:spMkLst>
            <pc:docMk/>
            <pc:sldMk cId="1376809763" sldId="287"/>
            <ac:spMk id="2" creationId="{FB9E1A6E-5B4A-008A-5B47-21539A6BBA3C}"/>
          </ac:spMkLst>
        </pc:spChg>
      </pc:sldChg>
      <pc:sldChg chg="add del">
        <pc:chgData name="Gyana Patra" userId="e80d82eea35008fc" providerId="LiveId" clId="{060AF9B2-DC16-4B01-865E-95748D52DD89}" dt="2026-04-02T05:35:23.308" v="48" actId="47"/>
        <pc:sldMkLst>
          <pc:docMk/>
          <pc:sldMk cId="3544324921" sldId="287"/>
        </pc:sldMkLst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3666922827" sldId="287"/>
        </pc:sldMkLst>
      </pc:sldChg>
      <pc:sldChg chg="add">
        <pc:chgData name="Gyana Patra" userId="e80d82eea35008fc" providerId="LiveId" clId="{060AF9B2-DC16-4B01-865E-95748D52DD89}" dt="2026-04-02T05:51:20.766" v="283"/>
        <pc:sldMkLst>
          <pc:docMk/>
          <pc:sldMk cId="246828736" sldId="288"/>
        </pc:sldMkLst>
      </pc:sldChg>
      <pc:sldChg chg="add del">
        <pc:chgData name="Gyana Patra" userId="e80d82eea35008fc" providerId="LiveId" clId="{060AF9B2-DC16-4B01-865E-95748D52DD89}" dt="2026-04-02T05:35:19.600" v="38" actId="47"/>
        <pc:sldMkLst>
          <pc:docMk/>
          <pc:sldMk cId="1161467827" sldId="288"/>
        </pc:sldMkLst>
      </pc:sldChg>
      <pc:sldChg chg="add del">
        <pc:chgData name="Gyana Patra" userId="e80d82eea35008fc" providerId="LiveId" clId="{060AF9B2-DC16-4B01-865E-95748D52DD89}" dt="2026-04-02T05:34:57.347" v="2" actId="47"/>
        <pc:sldMkLst>
          <pc:docMk/>
          <pc:sldMk cId="3336041720" sldId="288"/>
        </pc:sldMkLst>
      </pc:sldChg>
      <pc:sldChg chg="add">
        <pc:chgData name="Gyana Patra" userId="e80d82eea35008fc" providerId="LiveId" clId="{060AF9B2-DC16-4B01-865E-95748D52DD89}" dt="2026-04-02T05:51:21.086" v="284"/>
        <pc:sldMkLst>
          <pc:docMk/>
          <pc:sldMk cId="3005233712" sldId="289"/>
        </pc:sldMkLst>
      </pc:sldChg>
      <pc:sldChg chg="add del">
        <pc:chgData name="Gyana Patra" userId="e80d82eea35008fc" providerId="LiveId" clId="{060AF9B2-DC16-4B01-865E-95748D52DD89}" dt="2026-04-02T05:35:19.844" v="39" actId="47"/>
        <pc:sldMkLst>
          <pc:docMk/>
          <pc:sldMk cId="4100613436" sldId="289"/>
        </pc:sldMkLst>
      </pc:sldChg>
      <pc:sldChg chg="modSp new mod">
        <pc:chgData name="Gyana Patra" userId="e80d82eea35008fc" providerId="LiveId" clId="{060AF9B2-DC16-4B01-865E-95748D52DD89}" dt="2026-04-02T05:51:34.227" v="301" actId="5793"/>
        <pc:sldMkLst>
          <pc:docMk/>
          <pc:sldMk cId="138190309" sldId="290"/>
        </pc:sldMkLst>
        <pc:spChg chg="mod">
          <ac:chgData name="Gyana Patra" userId="e80d82eea35008fc" providerId="LiveId" clId="{060AF9B2-DC16-4B01-865E-95748D52DD89}" dt="2026-04-02T05:51:34.227" v="301" actId="5793"/>
          <ac:spMkLst>
            <pc:docMk/>
            <pc:sldMk cId="138190309" sldId="290"/>
            <ac:spMk id="2" creationId="{3EE9FEBC-F0B0-31DA-9973-54D354B3BC41}"/>
          </ac:spMkLst>
        </pc:spChg>
      </pc:sldChg>
      <pc:sldChg chg="add del">
        <pc:chgData name="Gyana Patra" userId="e80d82eea35008fc" providerId="LiveId" clId="{060AF9B2-DC16-4B01-865E-95748D52DD89}" dt="2026-04-02T05:35:23.626" v="49" actId="47"/>
        <pc:sldMkLst>
          <pc:docMk/>
          <pc:sldMk cId="1145475946" sldId="290"/>
        </pc:sldMkLst>
      </pc:sldChg>
      <pc:sldChg chg="add del">
        <pc:chgData name="Gyana Patra" userId="e80d82eea35008fc" providerId="LiveId" clId="{060AF9B2-DC16-4B01-865E-95748D52DD89}" dt="2026-04-02T05:35:10.474" v="26" actId="47"/>
        <pc:sldMkLst>
          <pc:docMk/>
          <pc:sldMk cId="624910069" sldId="291"/>
        </pc:sldMkLst>
      </pc:sldChg>
      <pc:sldChg chg="modSp new mod">
        <pc:chgData name="Gyana Patra" userId="e80d82eea35008fc" providerId="LiveId" clId="{060AF9B2-DC16-4B01-865E-95748D52DD89}" dt="2026-04-02T05:54:06.286" v="395" actId="20577"/>
        <pc:sldMkLst>
          <pc:docMk/>
          <pc:sldMk cId="2388210194" sldId="291"/>
        </pc:sldMkLst>
        <pc:spChg chg="mod">
          <ac:chgData name="Gyana Patra" userId="e80d82eea35008fc" providerId="LiveId" clId="{060AF9B2-DC16-4B01-865E-95748D52DD89}" dt="2026-04-02T05:54:06.286" v="395" actId="20577"/>
          <ac:spMkLst>
            <pc:docMk/>
            <pc:sldMk cId="2388210194" sldId="291"/>
            <ac:spMk id="2" creationId="{C0F95197-EF5A-9F6D-A922-25D12CF8B1A2}"/>
          </ac:spMkLst>
        </pc:spChg>
      </pc:sldChg>
      <pc:sldChg chg="add del">
        <pc:chgData name="Gyana Patra" userId="e80d82eea35008fc" providerId="LiveId" clId="{060AF9B2-DC16-4B01-865E-95748D52DD89}" dt="2026-04-02T05:35:09.513" v="25" actId="47"/>
        <pc:sldMkLst>
          <pc:docMk/>
          <pc:sldMk cId="734118283" sldId="292"/>
        </pc:sldMkLst>
      </pc:sldChg>
      <pc:sldChg chg="new del">
        <pc:chgData name="Gyana Patra" userId="e80d82eea35008fc" providerId="LiveId" clId="{060AF9B2-DC16-4B01-865E-95748D52DD89}" dt="2026-04-02T05:51:50.271" v="314" actId="47"/>
        <pc:sldMkLst>
          <pc:docMk/>
          <pc:sldMk cId="1165678872" sldId="292"/>
        </pc:sldMkLst>
      </pc:sldChg>
      <pc:sldChg chg="modSp new mod">
        <pc:chgData name="Gyana Patra" userId="e80d82eea35008fc" providerId="LiveId" clId="{060AF9B2-DC16-4B01-865E-95748D52DD89}" dt="2026-04-02T05:52:54.911" v="348" actId="20577"/>
        <pc:sldMkLst>
          <pc:docMk/>
          <pc:sldMk cId="2844990381" sldId="292"/>
        </pc:sldMkLst>
        <pc:spChg chg="mod">
          <ac:chgData name="Gyana Patra" userId="e80d82eea35008fc" providerId="LiveId" clId="{060AF9B2-DC16-4B01-865E-95748D52DD89}" dt="2026-04-02T05:52:54.911" v="348" actId="20577"/>
          <ac:spMkLst>
            <pc:docMk/>
            <pc:sldMk cId="2844990381" sldId="292"/>
            <ac:spMk id="2" creationId="{39867B7E-0547-9A59-A20F-E8801FAABD88}"/>
          </ac:spMkLst>
        </pc:spChg>
      </pc:sldChg>
      <pc:sldChg chg="modSp new mod">
        <pc:chgData name="Gyana Patra" userId="e80d82eea35008fc" providerId="LiveId" clId="{060AF9B2-DC16-4B01-865E-95748D52DD89}" dt="2026-04-02T05:53:20.990" v="361" actId="20577"/>
        <pc:sldMkLst>
          <pc:docMk/>
          <pc:sldMk cId="3461261024" sldId="293"/>
        </pc:sldMkLst>
        <pc:spChg chg="mod">
          <ac:chgData name="Gyana Patra" userId="e80d82eea35008fc" providerId="LiveId" clId="{060AF9B2-DC16-4B01-865E-95748D52DD89}" dt="2026-04-02T05:53:20.990" v="361" actId="20577"/>
          <ac:spMkLst>
            <pc:docMk/>
            <pc:sldMk cId="3461261024" sldId="293"/>
            <ac:spMk id="2" creationId="{E30987B5-ACB2-1255-A069-F09DEE09495A}"/>
          </ac:spMkLst>
        </pc:spChg>
      </pc:sldChg>
      <pc:sldChg chg="add del">
        <pc:chgData name="Gyana Patra" userId="e80d82eea35008fc" providerId="LiveId" clId="{060AF9B2-DC16-4B01-865E-95748D52DD89}" dt="2026-04-02T05:35:11.341" v="27" actId="47"/>
        <pc:sldMkLst>
          <pc:docMk/>
          <pc:sldMk cId="4251966487" sldId="293"/>
        </pc:sldMkLst>
      </pc:sldChg>
      <pc:sldChg chg="add del">
        <pc:chgData name="Gyana Patra" userId="e80d82eea35008fc" providerId="LiveId" clId="{060AF9B2-DC16-4B01-865E-95748D52DD89}" dt="2026-04-02T05:35:12.983" v="29" actId="47"/>
        <pc:sldMkLst>
          <pc:docMk/>
          <pc:sldMk cId="2491817155" sldId="294"/>
        </pc:sldMkLst>
      </pc:sldChg>
      <pc:sldChg chg="modSp new mod">
        <pc:chgData name="Gyana Patra" userId="e80d82eea35008fc" providerId="LiveId" clId="{060AF9B2-DC16-4B01-865E-95748D52DD89}" dt="2026-04-02T11:08:21.584" v="1023" actId="403"/>
        <pc:sldMkLst>
          <pc:docMk/>
          <pc:sldMk cId="4136982101" sldId="294"/>
        </pc:sldMkLst>
        <pc:spChg chg="mod">
          <ac:chgData name="Gyana Patra" userId="e80d82eea35008fc" providerId="LiveId" clId="{060AF9B2-DC16-4B01-865E-95748D52DD89}" dt="2026-04-02T11:03:43.661" v="666" actId="20577"/>
          <ac:spMkLst>
            <pc:docMk/>
            <pc:sldMk cId="4136982101" sldId="294"/>
            <ac:spMk id="2" creationId="{64D13B18-4522-7B34-9254-F87A00DF4800}"/>
          </ac:spMkLst>
        </pc:spChg>
        <pc:spChg chg="mod">
          <ac:chgData name="Gyana Patra" userId="e80d82eea35008fc" providerId="LiveId" clId="{060AF9B2-DC16-4B01-865E-95748D52DD89}" dt="2026-04-02T11:08:21.584" v="1023" actId="403"/>
          <ac:spMkLst>
            <pc:docMk/>
            <pc:sldMk cId="4136982101" sldId="294"/>
            <ac:spMk id="3" creationId="{CE2FE1C3-3430-5E33-DCE1-2E47369338B3}"/>
          </ac:spMkLst>
        </pc:spChg>
      </pc:sldChg>
      <pc:sldChg chg="add del">
        <pc:chgData name="Gyana Patra" userId="e80d82eea35008fc" providerId="LiveId" clId="{060AF9B2-DC16-4B01-865E-95748D52DD89}" dt="2026-04-02T05:35:30.258" v="64" actId="47"/>
        <pc:sldMkLst>
          <pc:docMk/>
          <pc:sldMk cId="3831871853" sldId="295"/>
        </pc:sldMkLst>
      </pc:sldChg>
      <pc:sldChg chg="add del">
        <pc:chgData name="Gyana Patra" userId="e80d82eea35008fc" providerId="LiveId" clId="{060AF9B2-DC16-4B01-865E-95748D52DD89}" dt="2026-04-02T05:35:30.687" v="65" actId="47"/>
        <pc:sldMkLst>
          <pc:docMk/>
          <pc:sldMk cId="1093350280" sldId="296"/>
        </pc:sldMkLst>
      </pc:sldChg>
      <pc:sldChg chg="add del">
        <pc:chgData name="Gyana Patra" userId="e80d82eea35008fc" providerId="LiveId" clId="{060AF9B2-DC16-4B01-865E-95748D52DD89}" dt="2026-04-02T05:35:23.871" v="50" actId="47"/>
        <pc:sldMkLst>
          <pc:docMk/>
          <pc:sldMk cId="4192591834" sldId="297"/>
        </pc:sldMkLst>
      </pc:sldChg>
      <pc:sldChg chg="add del">
        <pc:chgData name="Gyana Patra" userId="e80d82eea35008fc" providerId="LiveId" clId="{060AF9B2-DC16-4B01-865E-95748D52DD89}" dt="2026-04-02T05:35:25.118" v="53" actId="47"/>
        <pc:sldMkLst>
          <pc:docMk/>
          <pc:sldMk cId="1750237940" sldId="298"/>
        </pc:sldMkLst>
      </pc:sldChg>
      <pc:sldChg chg="add del">
        <pc:chgData name="Gyana Patra" userId="e80d82eea35008fc" providerId="LiveId" clId="{060AF9B2-DC16-4B01-865E-95748D52DD89}" dt="2026-04-02T05:35:25.372" v="54" actId="47"/>
        <pc:sldMkLst>
          <pc:docMk/>
          <pc:sldMk cId="352725264" sldId="299"/>
        </pc:sldMkLst>
      </pc:sldChg>
      <pc:sldChg chg="add del">
        <pc:chgData name="Gyana Patra" userId="e80d82eea35008fc" providerId="LiveId" clId="{060AF9B2-DC16-4B01-865E-95748D52DD89}" dt="2026-04-02T05:35:27.793" v="59" actId="47"/>
        <pc:sldMkLst>
          <pc:docMk/>
          <pc:sldMk cId="2219847981" sldId="301"/>
        </pc:sldMkLst>
      </pc:sldChg>
      <pc:sldChg chg="add del">
        <pc:chgData name="Gyana Patra" userId="e80d82eea35008fc" providerId="LiveId" clId="{060AF9B2-DC16-4B01-865E-95748D52DD89}" dt="2026-04-02T05:35:28.267" v="60" actId="47"/>
        <pc:sldMkLst>
          <pc:docMk/>
          <pc:sldMk cId="1458243906" sldId="302"/>
        </pc:sldMkLst>
      </pc:sldChg>
      <pc:sldChg chg="add del">
        <pc:chgData name="Gyana Patra" userId="e80d82eea35008fc" providerId="LiveId" clId="{060AF9B2-DC16-4B01-865E-95748D52DD89}" dt="2026-04-02T05:35:25.635" v="55" actId="47"/>
        <pc:sldMkLst>
          <pc:docMk/>
          <pc:sldMk cId="3277875764" sldId="303"/>
        </pc:sldMkLst>
      </pc:sldChg>
      <pc:sldChg chg="add del">
        <pc:chgData name="Gyana Patra" userId="e80d82eea35008fc" providerId="LiveId" clId="{060AF9B2-DC16-4B01-865E-95748D52DD89}" dt="2026-04-02T05:35:28.635" v="61" actId="47"/>
        <pc:sldMkLst>
          <pc:docMk/>
          <pc:sldMk cId="1673783252" sldId="304"/>
        </pc:sldMkLst>
      </pc:sldChg>
      <pc:sldChg chg="add del">
        <pc:chgData name="Gyana Patra" userId="e80d82eea35008fc" providerId="LiveId" clId="{060AF9B2-DC16-4B01-865E-95748D52DD89}" dt="2026-04-02T05:35:28.858" v="62" actId="47"/>
        <pc:sldMkLst>
          <pc:docMk/>
          <pc:sldMk cId="1513192140" sldId="305"/>
        </pc:sldMkLst>
      </pc:sldChg>
      <pc:sldChg chg="add del">
        <pc:chgData name="Gyana Patra" userId="e80d82eea35008fc" providerId="LiveId" clId="{060AF9B2-DC16-4B01-865E-95748D52DD89}" dt="2026-04-02T05:35:26.696" v="57" actId="47"/>
        <pc:sldMkLst>
          <pc:docMk/>
          <pc:sldMk cId="3423673817" sldId="306"/>
        </pc:sldMkLst>
      </pc:sldChg>
      <pc:sldChg chg="add del">
        <pc:chgData name="Gyana Patra" userId="e80d82eea35008fc" providerId="LiveId" clId="{060AF9B2-DC16-4B01-865E-95748D52DD89}" dt="2026-04-02T05:35:27.258" v="58" actId="47"/>
        <pc:sldMkLst>
          <pc:docMk/>
          <pc:sldMk cId="1349826129" sldId="307"/>
        </pc:sldMkLst>
      </pc:sldChg>
      <pc:sldChg chg="add del">
        <pc:chgData name="Gyana Patra" userId="e80d82eea35008fc" providerId="LiveId" clId="{060AF9B2-DC16-4B01-865E-95748D52DD89}" dt="2026-04-02T05:35:26.198" v="56" actId="47"/>
        <pc:sldMkLst>
          <pc:docMk/>
          <pc:sldMk cId="823223359" sldId="308"/>
        </pc:sldMkLst>
      </pc:sldChg>
      <pc:sldChg chg="modSp add del mod">
        <pc:chgData name="Gyana Patra" userId="e80d82eea35008fc" providerId="LiveId" clId="{060AF9B2-DC16-4B01-865E-95748D52DD89}" dt="2026-04-02T05:35:14.788" v="31" actId="47"/>
        <pc:sldMkLst>
          <pc:docMk/>
          <pc:sldMk cId="2856908402" sldId="309"/>
        </pc:sldMkLst>
        <pc:spChg chg="mod">
          <ac:chgData name="Gyana Patra" userId="e80d82eea35008fc" providerId="LiveId" clId="{060AF9B2-DC16-4B01-865E-95748D52DD89}" dt="2026-04-02T05:35:00.177" v="5" actId="27636"/>
          <ac:spMkLst>
            <pc:docMk/>
            <pc:sldMk cId="2856908402" sldId="309"/>
            <ac:spMk id="2" creationId="{52C8EAE1-2E9B-55C7-D47F-CFD02A1D0E50}"/>
          </ac:spMkLst>
        </pc:spChg>
      </pc:sldChg>
      <pc:sldChg chg="modSp add del mod">
        <pc:chgData name="Gyana Patra" userId="e80d82eea35008fc" providerId="LiveId" clId="{060AF9B2-DC16-4B01-865E-95748D52DD89}" dt="2026-04-02T05:35:15.952" v="33" actId="47"/>
        <pc:sldMkLst>
          <pc:docMk/>
          <pc:sldMk cId="1525112042" sldId="310"/>
        </pc:sldMkLst>
        <pc:spChg chg="mod">
          <ac:chgData name="Gyana Patra" userId="e80d82eea35008fc" providerId="LiveId" clId="{060AF9B2-DC16-4B01-865E-95748D52DD89}" dt="2026-04-02T05:35:00.213" v="8" actId="27636"/>
          <ac:spMkLst>
            <pc:docMk/>
            <pc:sldMk cId="1525112042" sldId="310"/>
            <ac:spMk id="2" creationId="{489DCDBE-CAD0-CF79-BCEA-16B64F38E968}"/>
          </ac:spMkLst>
        </pc:spChg>
      </pc:sldChg>
      <pc:sldChg chg="modSp add del mod">
        <pc:chgData name="Gyana Patra" userId="e80d82eea35008fc" providerId="LiveId" clId="{060AF9B2-DC16-4B01-865E-95748D52DD89}" dt="2026-04-02T05:35:18.236" v="35" actId="47"/>
        <pc:sldMkLst>
          <pc:docMk/>
          <pc:sldMk cId="2904112832" sldId="311"/>
        </pc:sldMkLst>
        <pc:spChg chg="mod">
          <ac:chgData name="Gyana Patra" userId="e80d82eea35008fc" providerId="LiveId" clId="{060AF9B2-DC16-4B01-865E-95748D52DD89}" dt="2026-04-02T05:35:00.264" v="11" actId="27636"/>
          <ac:spMkLst>
            <pc:docMk/>
            <pc:sldMk cId="2904112832" sldId="311"/>
            <ac:spMk id="2" creationId="{68A5D08C-E46E-1F0C-8843-89011779E963}"/>
          </ac:spMkLst>
        </pc:spChg>
      </pc:sldChg>
      <pc:sldChg chg="modSp add del mod">
        <pc:chgData name="Gyana Patra" userId="e80d82eea35008fc" providerId="LiveId" clId="{060AF9B2-DC16-4B01-865E-95748D52DD89}" dt="2026-04-02T05:35:20.877" v="41" actId="47"/>
        <pc:sldMkLst>
          <pc:docMk/>
          <pc:sldMk cId="3353521370" sldId="312"/>
        </pc:sldMkLst>
        <pc:spChg chg="mod">
          <ac:chgData name="Gyana Patra" userId="e80d82eea35008fc" providerId="LiveId" clId="{060AF9B2-DC16-4B01-865E-95748D52DD89}" dt="2026-04-02T05:35:00.272" v="12" actId="27636"/>
          <ac:spMkLst>
            <pc:docMk/>
            <pc:sldMk cId="3353521370" sldId="312"/>
            <ac:spMk id="2" creationId="{D9E32D4E-29CB-A772-499A-C618FEA79BCF}"/>
          </ac:spMkLst>
        </pc:spChg>
      </pc:sldChg>
      <pc:sldChg chg="modSp add del mod">
        <pc:chgData name="Gyana Patra" userId="e80d82eea35008fc" providerId="LiveId" clId="{060AF9B2-DC16-4B01-865E-95748D52DD89}" dt="2026-04-02T05:35:15.509" v="32" actId="47"/>
        <pc:sldMkLst>
          <pc:docMk/>
          <pc:sldMk cId="369355834" sldId="313"/>
        </pc:sldMkLst>
        <pc:spChg chg="mod">
          <ac:chgData name="Gyana Patra" userId="e80d82eea35008fc" providerId="LiveId" clId="{060AF9B2-DC16-4B01-865E-95748D52DD89}" dt="2026-04-02T05:35:00.205" v="7" actId="27636"/>
          <ac:spMkLst>
            <pc:docMk/>
            <pc:sldMk cId="369355834" sldId="313"/>
            <ac:spMk id="2" creationId="{5770C2FA-8A74-EE24-A6E1-FD99FCA1CEB1}"/>
          </ac:spMkLst>
        </pc:spChg>
        <pc:spChg chg="mod">
          <ac:chgData name="Gyana Patra" userId="e80d82eea35008fc" providerId="LiveId" clId="{060AF9B2-DC16-4B01-865E-95748D52DD89}" dt="2026-04-02T05:35:00.203" v="6" actId="27636"/>
          <ac:spMkLst>
            <pc:docMk/>
            <pc:sldMk cId="369355834" sldId="313"/>
            <ac:spMk id="3" creationId="{586D9EAD-6314-E6D8-59E1-B91ACD4D869A}"/>
          </ac:spMkLst>
        </pc:spChg>
      </pc:sldChg>
      <pc:sldChg chg="modSp add del mod">
        <pc:chgData name="Gyana Patra" userId="e80d82eea35008fc" providerId="LiveId" clId="{060AF9B2-DC16-4B01-865E-95748D52DD89}" dt="2026-04-02T05:35:17.689" v="34" actId="47"/>
        <pc:sldMkLst>
          <pc:docMk/>
          <pc:sldMk cId="2142651457" sldId="314"/>
        </pc:sldMkLst>
        <pc:spChg chg="mod">
          <ac:chgData name="Gyana Patra" userId="e80d82eea35008fc" providerId="LiveId" clId="{060AF9B2-DC16-4B01-865E-95748D52DD89}" dt="2026-04-02T05:35:00.219" v="9" actId="27636"/>
          <ac:spMkLst>
            <pc:docMk/>
            <pc:sldMk cId="2142651457" sldId="314"/>
            <ac:spMk id="11" creationId="{6179BEC3-2B6C-4E48-99B1-D159349B57E7}"/>
          </ac:spMkLst>
        </pc:spChg>
        <pc:spChg chg="mod">
          <ac:chgData name="Gyana Patra" userId="e80d82eea35008fc" providerId="LiveId" clId="{060AF9B2-DC16-4B01-865E-95748D52DD89}" dt="2026-04-02T05:35:00.258" v="10" actId="27636"/>
          <ac:spMkLst>
            <pc:docMk/>
            <pc:sldMk cId="2142651457" sldId="314"/>
            <ac:spMk id="12" creationId="{323E6D08-1D22-3B8B-48EC-AD2DCBAA15E4}"/>
          </ac:spMkLst>
        </pc:spChg>
      </pc:sldChg>
      <pc:sldChg chg="modSp add del mod">
        <pc:chgData name="Gyana Patra" userId="e80d82eea35008fc" providerId="LiveId" clId="{060AF9B2-DC16-4B01-865E-95748D52DD89}" dt="2026-04-02T05:35:21.098" v="42" actId="47"/>
        <pc:sldMkLst>
          <pc:docMk/>
          <pc:sldMk cId="3876698266" sldId="315"/>
        </pc:sldMkLst>
        <pc:spChg chg="mod">
          <ac:chgData name="Gyana Patra" userId="e80d82eea35008fc" providerId="LiveId" clId="{060AF9B2-DC16-4B01-865E-95748D52DD89}" dt="2026-04-02T05:35:00.280" v="13" actId="27636"/>
          <ac:spMkLst>
            <pc:docMk/>
            <pc:sldMk cId="3876698266" sldId="315"/>
            <ac:spMk id="2" creationId="{0E0977E9-5D3B-1EC5-E7C4-C0C9812672DA}"/>
          </ac:spMkLst>
        </pc:spChg>
      </pc:sldChg>
      <pc:sldChg chg="modSp add del mod">
        <pc:chgData name="Gyana Patra" userId="e80d82eea35008fc" providerId="LiveId" clId="{060AF9B2-DC16-4B01-865E-95748D52DD89}" dt="2026-04-02T05:35:21.561" v="43" actId="47"/>
        <pc:sldMkLst>
          <pc:docMk/>
          <pc:sldMk cId="1057113093" sldId="316"/>
        </pc:sldMkLst>
        <pc:spChg chg="mod">
          <ac:chgData name="Gyana Patra" userId="e80d82eea35008fc" providerId="LiveId" clId="{060AF9B2-DC16-4B01-865E-95748D52DD89}" dt="2026-04-02T05:35:00.288" v="14" actId="27636"/>
          <ac:spMkLst>
            <pc:docMk/>
            <pc:sldMk cId="1057113093" sldId="316"/>
            <ac:spMk id="2" creationId="{401AD122-A84B-8B11-4A58-E5CC334AAF12}"/>
          </ac:spMkLst>
        </pc:spChg>
      </pc:sldChg>
      <pc:sldChg chg="modSp add del mod">
        <pc:chgData name="Gyana Patra" userId="e80d82eea35008fc" providerId="LiveId" clId="{060AF9B2-DC16-4B01-865E-95748D52DD89}" dt="2026-04-02T05:35:21.820" v="44" actId="47"/>
        <pc:sldMkLst>
          <pc:docMk/>
          <pc:sldMk cId="1456361693" sldId="317"/>
        </pc:sldMkLst>
        <pc:spChg chg="mod">
          <ac:chgData name="Gyana Patra" userId="e80d82eea35008fc" providerId="LiveId" clId="{060AF9B2-DC16-4B01-865E-95748D52DD89}" dt="2026-04-02T05:35:00.294" v="15" actId="27636"/>
          <ac:spMkLst>
            <pc:docMk/>
            <pc:sldMk cId="1456361693" sldId="317"/>
            <ac:spMk id="2" creationId="{4A86879F-3BE6-4DF4-EE70-01027866B379}"/>
          </ac:spMkLst>
        </pc:spChg>
      </pc:sldChg>
      <pc:sldChg chg="modSp add del mod">
        <pc:chgData name="Gyana Patra" userId="e80d82eea35008fc" providerId="LiveId" clId="{060AF9B2-DC16-4B01-865E-95748D52DD89}" dt="2026-04-02T05:35:22.061" v="45" actId="47"/>
        <pc:sldMkLst>
          <pc:docMk/>
          <pc:sldMk cId="600880382" sldId="318"/>
        </pc:sldMkLst>
        <pc:spChg chg="mod">
          <ac:chgData name="Gyana Patra" userId="e80d82eea35008fc" providerId="LiveId" clId="{060AF9B2-DC16-4B01-865E-95748D52DD89}" dt="2026-04-02T05:35:00.302" v="16" actId="27636"/>
          <ac:spMkLst>
            <pc:docMk/>
            <pc:sldMk cId="600880382" sldId="318"/>
            <ac:spMk id="2" creationId="{62B00DBD-1CF4-CBE7-F22C-EB5C6F4FC964}"/>
          </ac:spMkLst>
        </pc:spChg>
      </pc:sldChg>
      <pc:sldChg chg="modSp add del mod">
        <pc:chgData name="Gyana Patra" userId="e80d82eea35008fc" providerId="LiveId" clId="{060AF9B2-DC16-4B01-865E-95748D52DD89}" dt="2026-04-02T05:35:22.519" v="46" actId="47"/>
        <pc:sldMkLst>
          <pc:docMk/>
          <pc:sldMk cId="4158442464" sldId="319"/>
        </pc:sldMkLst>
        <pc:spChg chg="mod">
          <ac:chgData name="Gyana Patra" userId="e80d82eea35008fc" providerId="LiveId" clId="{060AF9B2-DC16-4B01-865E-95748D52DD89}" dt="2026-04-02T05:35:00.322" v="18" actId="27636"/>
          <ac:spMkLst>
            <pc:docMk/>
            <pc:sldMk cId="4158442464" sldId="319"/>
            <ac:spMk id="2" creationId="{2F1EA867-0363-B7A0-72D9-5A2DE538971E}"/>
          </ac:spMkLst>
        </pc:spChg>
        <pc:spChg chg="mod">
          <ac:chgData name="Gyana Patra" userId="e80d82eea35008fc" providerId="LiveId" clId="{060AF9B2-DC16-4B01-865E-95748D52DD89}" dt="2026-04-02T05:35:00.320" v="17" actId="27636"/>
          <ac:spMkLst>
            <pc:docMk/>
            <pc:sldMk cId="4158442464" sldId="319"/>
            <ac:spMk id="3" creationId="{948CAFFF-68FB-0F60-E77D-C6834C04F156}"/>
          </ac:spMkLst>
        </pc:spChg>
      </pc:sldChg>
      <pc:sldChg chg="modSp add del mod">
        <pc:chgData name="Gyana Patra" userId="e80d82eea35008fc" providerId="LiveId" clId="{060AF9B2-DC16-4B01-865E-95748D52DD89}" dt="2026-04-02T05:35:24.155" v="51" actId="47"/>
        <pc:sldMkLst>
          <pc:docMk/>
          <pc:sldMk cId="4132158148" sldId="320"/>
        </pc:sldMkLst>
        <pc:spChg chg="mod">
          <ac:chgData name="Gyana Patra" userId="e80d82eea35008fc" providerId="LiveId" clId="{060AF9B2-DC16-4B01-865E-95748D52DD89}" dt="2026-04-02T05:35:00.328" v="19" actId="27636"/>
          <ac:spMkLst>
            <pc:docMk/>
            <pc:sldMk cId="4132158148" sldId="320"/>
            <ac:spMk id="2" creationId="{088C616C-78D4-98E8-765B-E6DFC50F538B}"/>
          </ac:spMkLst>
        </pc:spChg>
      </pc:sldChg>
      <pc:sldChg chg="modSp add del mod">
        <pc:chgData name="Gyana Patra" userId="e80d82eea35008fc" providerId="LiveId" clId="{060AF9B2-DC16-4B01-865E-95748D52DD89}" dt="2026-04-02T05:35:24.775" v="52" actId="47"/>
        <pc:sldMkLst>
          <pc:docMk/>
          <pc:sldMk cId="3117569781" sldId="321"/>
        </pc:sldMkLst>
        <pc:spChg chg="mod">
          <ac:chgData name="Gyana Patra" userId="e80d82eea35008fc" providerId="LiveId" clId="{060AF9B2-DC16-4B01-865E-95748D52DD89}" dt="2026-04-02T05:35:00.359" v="21" actId="27636"/>
          <ac:spMkLst>
            <pc:docMk/>
            <pc:sldMk cId="3117569781" sldId="321"/>
            <ac:spMk id="2" creationId="{1EB9BFF3-D7FD-E54D-1992-02B0FF20E3C5}"/>
          </ac:spMkLst>
        </pc:spChg>
        <pc:spChg chg="mod">
          <ac:chgData name="Gyana Patra" userId="e80d82eea35008fc" providerId="LiveId" clId="{060AF9B2-DC16-4B01-865E-95748D52DD89}" dt="2026-04-02T05:35:00.357" v="20" actId="27636"/>
          <ac:spMkLst>
            <pc:docMk/>
            <pc:sldMk cId="3117569781" sldId="321"/>
            <ac:spMk id="3" creationId="{2B6BB82C-9FAD-13E2-053D-0EEA432F4BB0}"/>
          </ac:spMkLst>
        </pc:spChg>
      </pc:sldChg>
      <pc:sldChg chg="add del">
        <pc:chgData name="Gyana Patra" userId="e80d82eea35008fc" providerId="LiveId" clId="{060AF9B2-DC16-4B01-865E-95748D52DD89}" dt="2026-04-02T05:35:29.768" v="63" actId="47"/>
        <pc:sldMkLst>
          <pc:docMk/>
          <pc:sldMk cId="803421578" sldId="322"/>
        </pc:sldMkLst>
      </pc:sldChg>
      <pc:sldMasterChg chg="modSp mod modSldLayout">
        <pc:chgData name="Gyana Patra" userId="e80d82eea35008fc" providerId="LiveId" clId="{060AF9B2-DC16-4B01-865E-95748D52DD89}" dt="2026-04-02T06:11:24.195" v="580" actId="408"/>
        <pc:sldMasterMkLst>
          <pc:docMk/>
          <pc:sldMasterMk cId="82855549" sldId="2147483672"/>
        </pc:sldMasterMkLst>
        <pc:spChg chg="mod">
          <ac:chgData name="Gyana Patra" userId="e80d82eea35008fc" providerId="LiveId" clId="{060AF9B2-DC16-4B01-865E-95748D52DD89}" dt="2026-04-02T05:37:12.047" v="101" actId="404"/>
          <ac:spMkLst>
            <pc:docMk/>
            <pc:sldMasterMk cId="82855549" sldId="2147483672"/>
            <ac:spMk id="2" creationId="{00000000-0000-0000-0000-000000000000}"/>
          </ac:spMkLst>
        </pc:spChg>
        <pc:spChg chg="mod">
          <ac:chgData name="Gyana Patra" userId="e80d82eea35008fc" providerId="LiveId" clId="{060AF9B2-DC16-4B01-865E-95748D52DD89}" dt="2026-04-02T05:36:37.643" v="74" actId="403"/>
          <ac:spMkLst>
            <pc:docMk/>
            <pc:sldMasterMk cId="82855549" sldId="2147483672"/>
            <ac:spMk id="3" creationId="{00000000-0000-0000-0000-000000000000}"/>
          </ac:spMkLst>
        </pc:spChg>
        <pc:spChg chg="mod">
          <ac:chgData name="Gyana Patra" userId="e80d82eea35008fc" providerId="LiveId" clId="{060AF9B2-DC16-4B01-865E-95748D52DD89}" dt="2026-04-02T05:36:48.083" v="80" actId="1038"/>
          <ac:spMkLst>
            <pc:docMk/>
            <pc:sldMasterMk cId="82855549" sldId="2147483672"/>
            <ac:spMk id="5" creationId="{00000000-0000-0000-0000-000000000000}"/>
          </ac:spMkLst>
        </pc:spChg>
        <pc:spChg chg="mod">
          <ac:chgData name="Gyana Patra" userId="e80d82eea35008fc" providerId="LiveId" clId="{060AF9B2-DC16-4B01-865E-95748D52DD89}" dt="2026-04-02T05:36:53.572" v="98" actId="1037"/>
          <ac:spMkLst>
            <pc:docMk/>
            <pc:sldMasterMk cId="82855549" sldId="2147483672"/>
            <ac:spMk id="6" creationId="{00000000-0000-0000-0000-000000000000}"/>
          </ac:spMkLst>
        </pc:spChg>
        <pc:spChg chg="mod">
          <ac:chgData name="Gyana Patra" userId="e80d82eea35008fc" providerId="LiveId" clId="{060AF9B2-DC16-4B01-865E-95748D52DD89}" dt="2026-04-02T06:11:24.195" v="580" actId="408"/>
          <ac:spMkLst>
            <pc:docMk/>
            <pc:sldMasterMk cId="82855549" sldId="2147483672"/>
            <ac:spMk id="11" creationId="{00000000-0000-0000-0000-000000000000}"/>
          </ac:spMkLst>
        </pc:spChg>
        <pc:sldLayoutChg chg="modSp mod">
          <pc:chgData name="Gyana Patra" userId="e80d82eea35008fc" providerId="LiveId" clId="{060AF9B2-DC16-4B01-865E-95748D52DD89}" dt="2026-04-02T06:00:46.363" v="563" actId="14100"/>
          <pc:sldLayoutMkLst>
            <pc:docMk/>
            <pc:sldMasterMk cId="82855549" sldId="2147483672"/>
            <pc:sldLayoutMk cId="2103018600" sldId="2147483673"/>
          </pc:sldLayoutMkLst>
          <pc:spChg chg="mod">
            <ac:chgData name="Gyana Patra" userId="e80d82eea35008fc" providerId="LiveId" clId="{060AF9B2-DC16-4B01-865E-95748D52DD89}" dt="2026-04-02T06:00:43.635" v="562" actId="14100"/>
            <ac:spMkLst>
              <pc:docMk/>
              <pc:sldMasterMk cId="82855549" sldId="2147483672"/>
              <pc:sldLayoutMk cId="2103018600" sldId="2147483673"/>
              <ac:spMk id="2" creationId="{00000000-0000-0000-0000-000000000000}"/>
            </ac:spMkLst>
          </pc:spChg>
          <pc:spChg chg="mod">
            <ac:chgData name="Gyana Patra" userId="e80d82eea35008fc" providerId="LiveId" clId="{060AF9B2-DC16-4B01-865E-95748D52DD89}" dt="2026-04-02T06:00:46.363" v="563" actId="14100"/>
            <ac:spMkLst>
              <pc:docMk/>
              <pc:sldMasterMk cId="82855549" sldId="2147483672"/>
              <pc:sldLayoutMk cId="2103018600" sldId="2147483673"/>
              <ac:spMk id="3" creationId="{00000000-0000-0000-0000-000000000000}"/>
            </ac:spMkLst>
          </pc:spChg>
          <pc:spChg chg="mod">
            <ac:chgData name="Gyana Patra" userId="e80d82eea35008fc" providerId="LiveId" clId="{060AF9B2-DC16-4B01-865E-95748D52DD89}" dt="2026-04-02T05:59:33.246" v="526" actId="2711"/>
            <ac:spMkLst>
              <pc:docMk/>
              <pc:sldMasterMk cId="82855549" sldId="2147483672"/>
              <pc:sldLayoutMk cId="2103018600" sldId="2147483673"/>
              <ac:spMk id="4" creationId="{00000000-0000-0000-0000-000000000000}"/>
            </ac:spMkLst>
          </pc:spChg>
          <pc:spChg chg="mod">
            <ac:chgData name="Gyana Patra" userId="e80d82eea35008fc" providerId="LiveId" clId="{060AF9B2-DC16-4B01-865E-95748D52DD89}" dt="2026-04-02T05:59:27.741" v="525" actId="2711"/>
            <ac:spMkLst>
              <pc:docMk/>
              <pc:sldMasterMk cId="82855549" sldId="2147483672"/>
              <pc:sldLayoutMk cId="2103018600" sldId="2147483673"/>
              <ac:spMk id="5" creationId="{00000000-0000-0000-0000-000000000000}"/>
            </ac:spMkLst>
          </pc:spChg>
          <pc:spChg chg="mod">
            <ac:chgData name="Gyana Patra" userId="e80d82eea35008fc" providerId="LiveId" clId="{060AF9B2-DC16-4B01-865E-95748D52DD89}" dt="2026-04-02T05:59:37.339" v="527" actId="2711"/>
            <ac:spMkLst>
              <pc:docMk/>
              <pc:sldMasterMk cId="82855549" sldId="2147483672"/>
              <pc:sldLayoutMk cId="2103018600" sldId="2147483673"/>
              <ac:spMk id="6" creationId="{00000000-0000-0000-0000-000000000000}"/>
            </ac:spMkLst>
          </pc:spChg>
          <pc:spChg chg="mod">
            <ac:chgData name="Gyana Patra" userId="e80d82eea35008fc" providerId="LiveId" clId="{060AF9B2-DC16-4B01-865E-95748D52DD89}" dt="2026-04-02T06:00:40.538" v="561" actId="14100"/>
            <ac:spMkLst>
              <pc:docMk/>
              <pc:sldMasterMk cId="82855549" sldId="2147483672"/>
              <pc:sldLayoutMk cId="2103018600" sldId="2147483673"/>
              <ac:spMk id="7" creationId="{00000000-0000-0000-0000-000000000000}"/>
            </ac:spMkLst>
          </pc:spChg>
        </pc:sldLayoutChg>
        <pc:sldLayoutChg chg="modSp mod">
          <pc:chgData name="Gyana Patra" userId="e80d82eea35008fc" providerId="LiveId" clId="{060AF9B2-DC16-4B01-865E-95748D52DD89}" dt="2026-04-02T06:02:23.755" v="579" actId="14100"/>
          <pc:sldLayoutMkLst>
            <pc:docMk/>
            <pc:sldMasterMk cId="82855549" sldId="2147483672"/>
            <pc:sldLayoutMk cId="2739981630" sldId="2147483674"/>
          </pc:sldLayoutMkLst>
          <pc:spChg chg="mod">
            <ac:chgData name="Gyana Patra" userId="e80d82eea35008fc" providerId="LiveId" clId="{060AF9B2-DC16-4B01-865E-95748D52DD89}" dt="2026-04-02T05:37:59.120" v="104" actId="403"/>
            <ac:spMkLst>
              <pc:docMk/>
              <pc:sldMasterMk cId="82855549" sldId="2147483672"/>
              <pc:sldLayoutMk cId="2739981630" sldId="2147483674"/>
              <ac:spMk id="2" creationId="{00000000-0000-0000-0000-000000000000}"/>
            </ac:spMkLst>
          </pc:spChg>
          <pc:spChg chg="mod">
            <ac:chgData name="Gyana Patra" userId="e80d82eea35008fc" providerId="LiveId" clId="{060AF9B2-DC16-4B01-865E-95748D52DD89}" dt="2026-04-02T06:02:23.755" v="579" actId="14100"/>
            <ac:spMkLst>
              <pc:docMk/>
              <pc:sldMasterMk cId="82855549" sldId="2147483672"/>
              <pc:sldLayoutMk cId="2739981630" sldId="2147483674"/>
              <ac:spMk id="7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917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1636" y="3124939"/>
            <a:ext cx="11893115" cy="35914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958" y="322753"/>
            <a:ext cx="11785407" cy="1475013"/>
          </a:xfrm>
          <a:effectLst/>
        </p:spPr>
        <p:txBody>
          <a:bodyPr anchor="b"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957" y="1927274"/>
            <a:ext cx="1178540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6355638"/>
            <a:ext cx="2844800" cy="365125"/>
          </a:xfrm>
        </p:spPr>
        <p:txBody>
          <a:bodyPr/>
          <a:lstStyle>
            <a:lvl1pPr>
              <a:defRPr>
                <a:solidFill>
                  <a:schemeClr val="accent3">
                    <a:lumMod val="40000"/>
                    <a:lumOff val="60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fld id="{8C80F668-628C-40EB-9536-8D52901D0B04}" type="datetime1">
              <a:rPr lang="en-US" smtClean="0"/>
              <a:pPr/>
              <a:t>5/27/2026</a:t>
            </a:fld>
            <a:endParaRPr 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958" y="6351312"/>
            <a:ext cx="6917210" cy="365125"/>
          </a:xfrm>
        </p:spPr>
        <p:txBody>
          <a:bodyPr/>
          <a:lstStyle>
            <a:lvl1pPr>
              <a:defRPr>
                <a:solidFill>
                  <a:schemeClr val="accent3">
                    <a:lumMod val="40000"/>
                    <a:lumOff val="60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URP 4301 - Final Year Research Project</a:t>
            </a:r>
            <a:endParaRPr 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3924" y="6328457"/>
            <a:ext cx="1016440" cy="365125"/>
          </a:xfrm>
        </p:spPr>
        <p:txBody>
          <a:bodyPr/>
          <a:lstStyle>
            <a:lvl1pPr>
              <a:defRPr>
                <a:solidFill>
                  <a:schemeClr val="accent3">
                    <a:lumMod val="40000"/>
                    <a:lumOff val="60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66328" y="339195"/>
            <a:ext cx="11780669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329" y="382556"/>
            <a:ext cx="11745157" cy="1013800"/>
          </a:xfrm>
        </p:spPr>
        <p:txBody>
          <a:bodyPr anchor="ctr">
            <a:norm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330" y="1571854"/>
            <a:ext cx="11745157" cy="449624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92425" y="6342272"/>
            <a:ext cx="2844799" cy="365125"/>
          </a:xfrm>
        </p:spPr>
        <p:txBody>
          <a:bodyPr/>
          <a:lstStyle>
            <a:lvl1pPr>
              <a:defRPr sz="1600"/>
            </a:lvl1pPr>
          </a:lstStyle>
          <a:p>
            <a:fld id="{8B7A60F6-7DB0-467E-96ED-BD436AB6B60E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330" y="6342273"/>
            <a:ext cx="6917210" cy="365125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8979" y="6342273"/>
            <a:ext cx="1052508" cy="365125"/>
          </a:xfrm>
        </p:spPr>
        <p:txBody>
          <a:bodyPr/>
          <a:lstStyle>
            <a:lvl1pPr>
              <a:defRPr sz="1800" b="1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5330A00-4D6D-4666-8024-9CC4B7656470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URP 4301 - Final Year Research Project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8FE34-9C1B-42B3-AFFC-C57142FDD729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URP 4301 - Final Year Research Project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E92AC-6081-451A-BB6B-DE5E9261DC37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URP 4301 - Final Year Research Project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99619-D26D-4339-9147-15BEC124CEB4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URP 4301 - Final Year Research Project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5A5C8-C94B-404F-97A9-2BA63B5753B7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URP 4301 - Final Year Research Project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4853823-82B9-4909-B58C-853ED976418E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URP 4301 - Final Year Research Project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2AE9-A8AF-485D-9C96-2ACB26E4EC88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URP 4301 - Final Year Research Project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87B64-D4EF-4538-96AE-CC789476F79B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URP 4301 - Final Year Research Project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4514670-EBD3-411A-B79C-6891C7767DAD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US"/>
              <a:t>URP 4301 - Final Year Research Project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7855" y="366445"/>
            <a:ext cx="11742822" cy="8764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854" y="1332331"/>
            <a:ext cx="11742822" cy="48642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24211" y="6311246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accent2"/>
                </a:solidFill>
              </a:defRPr>
            </a:lvl1pPr>
          </a:lstStyle>
          <a:p>
            <a:fld id="{8A91E1F4-4A4B-491F-B08E-9349A12331AB}" type="datetime1">
              <a:rPr lang="en-US" smtClean="0"/>
              <a:t>5/27/2026</a:t>
            </a:fld>
            <a:endParaRPr 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598" y="6321262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 cap="all">
                <a:solidFill>
                  <a:schemeClr val="accent2"/>
                </a:solidFill>
              </a:defRPr>
            </a:lvl1pPr>
          </a:lstStyle>
          <a:p>
            <a:r>
              <a:rPr lang="en-US" b="1"/>
              <a:t>URP 4301 - Final Year Research Project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4798" y="6321262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277854" y="181991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317356" y="178434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97605" y="181991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Ebrima" panose="02000000000000000000" pitchFamily="2" charset="0"/>
          <a:ea typeface="Ebrima" panose="02000000000000000000" pitchFamily="2" charset="0"/>
          <a:cs typeface="Ebrima" panose="02000000000000000000" pitchFamily="2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85000"/>
        </a:lnSpc>
        <a:spcBef>
          <a:spcPts val="0"/>
        </a:spcBef>
        <a:spcAft>
          <a:spcPts val="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3200" kern="1200">
          <a:solidFill>
            <a:schemeClr val="tx2"/>
          </a:solidFill>
          <a:latin typeface="Calisto MT" panose="02040603050505030304" pitchFamily="18" charset="0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85000"/>
        </a:lnSpc>
        <a:spcBef>
          <a:spcPts val="0"/>
        </a:spcBef>
        <a:spcAft>
          <a:spcPts val="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800" kern="1200">
          <a:solidFill>
            <a:schemeClr val="accent3">
              <a:lumMod val="50000"/>
            </a:schemeClr>
          </a:solidFill>
          <a:latin typeface="Calisto MT" panose="02040603050505030304" pitchFamily="18" charset="0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85000"/>
        </a:lnSpc>
        <a:spcBef>
          <a:spcPts val="0"/>
        </a:spcBef>
        <a:spcAft>
          <a:spcPts val="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400" kern="1200">
          <a:solidFill>
            <a:schemeClr val="tx2"/>
          </a:solidFill>
          <a:latin typeface="Calisto MT" panose="02040603050505030304" pitchFamily="18" charset="0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85000"/>
        </a:lnSpc>
        <a:spcBef>
          <a:spcPts val="0"/>
        </a:spcBef>
        <a:spcAft>
          <a:spcPts val="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accent3">
              <a:lumMod val="50000"/>
            </a:schemeClr>
          </a:solidFill>
          <a:latin typeface="Calisto MT" panose="02040603050505030304" pitchFamily="18" charset="0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85000"/>
        </a:lnSpc>
        <a:spcBef>
          <a:spcPts val="0"/>
        </a:spcBef>
        <a:spcAft>
          <a:spcPts val="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2"/>
          </a:solidFill>
          <a:latin typeface="Calisto MT" panose="02040603050505030304" pitchFamily="18" charset="0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gro-gpt-a-multimodal-disease-under.vercel.app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gro-gpt-a-multimodal-disease-under.vercel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agro-gpt-a-multimodal-disease-under.vercel.app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nshulm257/rice-disease-dataset" TargetMode="External"/><Relationship Id="rId2" Type="http://schemas.openxmlformats.org/officeDocument/2006/relationships/hyperlink" Target="https://www.kaggle.com/datasets/jayaprakashpondy/wheat-leaf-diseas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gro-gpt-a-multimodal-disease-under.vercel.app/" TargetMode="External"/><Relationship Id="rId5" Type="http://schemas.openxmlformats.org/officeDocument/2006/relationships/hyperlink" Target="https://www.kaggle.com/datasets/emmarex/plantdoc" TargetMode="External"/><Relationship Id="rId4" Type="http://schemas.openxmlformats.org/officeDocument/2006/relationships/hyperlink" Target="https://www.kaggle.com/datasets/emmarex/plantdisease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32C0F-4E1C-9A9F-9407-989C8DBE5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391" y="314325"/>
            <a:ext cx="11774598" cy="504825"/>
          </a:xfrm>
        </p:spPr>
        <p:txBody>
          <a:bodyPr>
            <a:noAutofit/>
          </a:bodyPr>
          <a:lstStyle/>
          <a:p>
            <a:pPr algn="ctr" fontAlgn="base"/>
            <a:r>
              <a:rPr lang="en-US" b="1" cap="none" dirty="0">
                <a:latin typeface="Calisto MT" panose="02040603050505030304" pitchFamily="18" charset="0"/>
              </a:rPr>
              <a:t>URP 4301 – Final Year Research Project</a:t>
            </a:r>
            <a:endParaRPr lang="en-IN" sz="6000" b="1" cap="none" dirty="0">
              <a:latin typeface="Calisto MT" panose="0204060305050503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B2A4D-0C9C-1868-4DAC-005A87B547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4618" y="3324339"/>
            <a:ext cx="4816371" cy="1998994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IN" sz="2800" i="1" cap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sto MT" panose="02040603050505030304" pitchFamily="18" charset="0"/>
                <a:ea typeface="Cambria" panose="02040503050406030204" pitchFamily="18" charset="0"/>
              </a:rPr>
              <a:t>Presented By</a:t>
            </a:r>
            <a:endParaRPr lang="en-IN" sz="2800" i="1" dirty="0">
              <a:solidFill>
                <a:schemeClr val="accent3">
                  <a:lumMod val="40000"/>
                  <a:lumOff val="60000"/>
                </a:schemeClr>
              </a:solidFill>
              <a:latin typeface="Calisto MT" panose="02040603050505030304" pitchFamily="18" charset="0"/>
              <a:ea typeface="Cambria" panose="02040503050406030204" pitchFamily="18" charset="0"/>
            </a:endParaRPr>
          </a:p>
          <a:p>
            <a:pPr>
              <a:lnSpc>
                <a:spcPct val="120000"/>
              </a:lnSpc>
            </a:pP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ANSUMAN MANTRI 		   ( 2241013098 )</a:t>
            </a:r>
          </a:p>
          <a:p>
            <a:pPr>
              <a:lnSpc>
                <a:spcPct val="120000"/>
              </a:lnSpc>
            </a:pP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ANIKET NAYAK 			   ( 2241014056 )</a:t>
            </a:r>
          </a:p>
          <a:p>
            <a:pPr>
              <a:lnSpc>
                <a:spcPct val="120000"/>
              </a:lnSpc>
            </a:pP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DIPANKAR MOHAPATRA    ( 2241013403 )</a:t>
            </a:r>
          </a:p>
          <a:p>
            <a:pPr>
              <a:lnSpc>
                <a:spcPct val="120000"/>
              </a:lnSpc>
            </a:pP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MRUTYUNJAYA TRIPATHY ( 2241020033)</a:t>
            </a:r>
          </a:p>
          <a:p>
            <a:pPr algn="ctr"/>
            <a:endParaRPr lang="en-IN" sz="2400" b="1" dirty="0">
              <a:solidFill>
                <a:srgbClr val="00B0F0"/>
              </a:solidFill>
              <a:ea typeface="Cambria" panose="02040503050406030204" pitchFamily="18" charset="0"/>
            </a:endParaRPr>
          </a:p>
          <a:p>
            <a:pPr algn="ctr"/>
            <a:r>
              <a:rPr lang="en-IN" sz="2400" b="1" dirty="0">
                <a:solidFill>
                  <a:srgbClr val="00B0F0"/>
                </a:solidFill>
                <a:ea typeface="Cambria" panose="02040503050406030204" pitchFamily="18" charset="0"/>
              </a:rPr>
              <a:t>Group No- 1201</a:t>
            </a:r>
            <a:endParaRPr lang="en-IN" sz="2400" b="1" dirty="0">
              <a:solidFill>
                <a:srgbClr val="00B0F0"/>
              </a:solidFill>
              <a:latin typeface="Calisto MT" panose="02040603050505030304" pitchFamily="18" charset="0"/>
              <a:ea typeface="Cambria" panose="02040503050406030204" pitchFamily="18" charset="0"/>
            </a:endParaRPr>
          </a:p>
          <a:p>
            <a:pPr algn="ctr"/>
            <a:endParaRPr lang="en-IN" sz="2000" dirty="0">
              <a:solidFill>
                <a:schemeClr val="accent3">
                  <a:lumMod val="40000"/>
                  <a:lumOff val="60000"/>
                </a:schemeClr>
              </a:solidFill>
              <a:latin typeface="Calisto MT" panose="02040603050505030304" pitchFamily="18" charset="0"/>
              <a:ea typeface="Cambria" panose="020405030504060302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A3A765E-6F86-44A6-0D5F-80C503D4D4CC}"/>
              </a:ext>
            </a:extLst>
          </p:cNvPr>
          <p:cNvSpPr txBox="1">
            <a:spLocks/>
          </p:cNvSpPr>
          <p:nvPr/>
        </p:nvSpPr>
        <p:spPr>
          <a:xfrm>
            <a:off x="200191" y="3314928"/>
            <a:ext cx="4680992" cy="19989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i="1" cap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sto MT" panose="02040603050505030304" pitchFamily="18" charset="0"/>
                <a:ea typeface="Cambria" panose="02040503050406030204" pitchFamily="18" charset="0"/>
              </a:rPr>
              <a:t>Supervised By</a:t>
            </a:r>
            <a:endParaRPr lang="en-IN" sz="2800" dirty="0">
              <a:latin typeface="Calisto MT" panose="02040603050505030304" pitchFamily="18" charset="0"/>
            </a:endParaRPr>
          </a:p>
          <a:p>
            <a:r>
              <a:rPr lang="en-IN" sz="2800" dirty="0">
                <a:latin typeface="Calisto MT" panose="02040603050505030304" pitchFamily="18" charset="0"/>
              </a:rPr>
              <a:t> 	</a:t>
            </a:r>
            <a:r>
              <a:rPr lang="en-IN" sz="2400" b="1" dirty="0">
                <a:latin typeface="Calisto MT" panose="02040603050505030304" pitchFamily="18" charset="0"/>
              </a:rPr>
              <a:t>Ms. Chinmayee Nayak</a:t>
            </a:r>
            <a:r>
              <a:rPr lang="en-IN" sz="2400" dirty="0">
                <a:latin typeface="Calisto MT" panose="02040603050505030304" pitchFamily="18" charset="0"/>
              </a:rPr>
              <a:t>	</a:t>
            </a:r>
          </a:p>
          <a:p>
            <a:pPr algn="ctr"/>
            <a:r>
              <a:rPr lang="en-IN" sz="2400" cap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sto MT" panose="02040603050505030304" pitchFamily="18" charset="0"/>
                <a:ea typeface="Cambria" panose="02040503050406030204" pitchFamily="18" charset="0"/>
              </a:rPr>
              <a:t>Assistant Professor </a:t>
            </a:r>
          </a:p>
          <a:p>
            <a:pPr algn="ctr"/>
            <a:r>
              <a:rPr lang="en-US" sz="2400" cap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sto MT" panose="02040603050505030304" pitchFamily="18" charset="0"/>
                <a:ea typeface="Cambria" panose="02040503050406030204" pitchFamily="18" charset="0"/>
              </a:rPr>
              <a:t>Centre for AI&amp;ML</a:t>
            </a:r>
            <a:endParaRPr lang="en-IN" sz="2400" cap="none" dirty="0">
              <a:solidFill>
                <a:schemeClr val="accent3">
                  <a:lumMod val="40000"/>
                  <a:lumOff val="60000"/>
                </a:schemeClr>
              </a:solidFill>
              <a:latin typeface="Calisto MT" panose="02040603050505030304" pitchFamily="18" charset="0"/>
              <a:ea typeface="Cambria" panose="02040503050406030204" pitchFamily="18" charset="0"/>
            </a:endParaRPr>
          </a:p>
          <a:p>
            <a:pPr algn="ctr"/>
            <a:endParaRPr lang="en-IN" sz="2000" dirty="0">
              <a:solidFill>
                <a:schemeClr val="accent3">
                  <a:lumMod val="40000"/>
                  <a:lumOff val="60000"/>
                </a:schemeClr>
              </a:solidFill>
              <a:latin typeface="Calisto MT" panose="020406030505050303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40C8E-7217-853F-BD19-D107C94AA55E}"/>
              </a:ext>
            </a:extLst>
          </p:cNvPr>
          <p:cNvSpPr txBox="1"/>
          <p:nvPr/>
        </p:nvSpPr>
        <p:spPr>
          <a:xfrm>
            <a:off x="452521" y="5210988"/>
            <a:ext cx="11210759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B0F0"/>
                </a:solidFill>
                <a:latin typeface="Calisto MT" panose="02040603050505030304" pitchFamily="18" charset="0"/>
                <a:ea typeface="Cambria" panose="02040503050406030204" pitchFamily="18" charset="0"/>
                <a:cs typeface="Leelawadee" panose="020B0502040204020203"/>
              </a:rPr>
              <a:t>Centre for AI&amp;ML, Department of CSE</a:t>
            </a:r>
          </a:p>
          <a:p>
            <a:pPr algn="ctr"/>
            <a:r>
              <a:rPr lang="en-US" sz="20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sto MT" panose="02040603050505030304" pitchFamily="18" charset="0"/>
                <a:ea typeface="Cambria" panose="02040503050406030204" pitchFamily="18" charset="0"/>
                <a:cs typeface="Leelawadee" panose="020B0502040204020203"/>
              </a:rPr>
              <a:t>Faculty of Engineering and Technology, Institute of Technical Education &amp; Research (ITER)</a:t>
            </a:r>
          </a:p>
          <a:p>
            <a:pPr algn="ctr"/>
            <a:r>
              <a:rPr lang="en-US" sz="2800" b="1" dirty="0">
                <a:solidFill>
                  <a:srgbClr val="00B0F0"/>
                </a:solidFill>
                <a:latin typeface="Calisto MT" panose="02040603050505030304" pitchFamily="18" charset="0"/>
                <a:ea typeface="Cambria" panose="02040503050406030204" pitchFamily="18" charset="0"/>
                <a:cs typeface="Leelawadee" panose="020B0502040204020203"/>
              </a:rPr>
              <a:t>Siksha ‘O’ </a:t>
            </a:r>
            <a:r>
              <a:rPr lang="en-US" sz="2800" b="1" dirty="0" err="1">
                <a:solidFill>
                  <a:srgbClr val="00B0F0"/>
                </a:solidFill>
                <a:latin typeface="Calisto MT" panose="02040603050505030304" pitchFamily="18" charset="0"/>
                <a:ea typeface="Cambria" panose="02040503050406030204" pitchFamily="18" charset="0"/>
                <a:cs typeface="Leelawadee" panose="020B0502040204020203"/>
              </a:rPr>
              <a:t>Anusandhan</a:t>
            </a:r>
            <a:r>
              <a:rPr lang="en-US" sz="2800" b="1" dirty="0">
                <a:solidFill>
                  <a:srgbClr val="00B0F0"/>
                </a:solidFill>
                <a:latin typeface="Calisto MT" panose="02040603050505030304" pitchFamily="18" charset="0"/>
                <a:ea typeface="Cambria" panose="02040503050406030204" pitchFamily="18" charset="0"/>
                <a:cs typeface="Leelawadee" panose="020B0502040204020203"/>
              </a:rPr>
              <a:t> Deemed to be University, Bhubaneswar</a:t>
            </a:r>
          </a:p>
          <a:p>
            <a:pPr algn="ctr"/>
            <a:r>
              <a:rPr lang="en-US" sz="1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sto MT" panose="02040603050505030304" pitchFamily="18" charset="0"/>
                <a:ea typeface="Cambria" panose="02040503050406030204" pitchFamily="18" charset="0"/>
                <a:cs typeface="Leelawadee" panose="020B0502040204020203"/>
              </a:rPr>
              <a:t>April, 2026</a:t>
            </a:r>
          </a:p>
        </p:txBody>
      </p:sp>
      <p:pic>
        <p:nvPicPr>
          <p:cNvPr id="7" name="Picture 2" descr="Odisha Jobs - Vacancy At SOA-University October-2019">
            <a:extLst>
              <a:ext uri="{FF2B5EF4-FFF2-40B4-BE49-F238E27FC236}">
                <a16:creationId xmlns:a16="http://schemas.microsoft.com/office/drawing/2014/main" id="{EACE076D-34D1-1F32-2E9F-166EFDD4B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221" y="3235094"/>
            <a:ext cx="1797558" cy="179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B950A6-E326-C9D3-FE8F-34E8FE512476}"/>
              </a:ext>
            </a:extLst>
          </p:cNvPr>
          <p:cNvSpPr txBox="1"/>
          <p:nvPr/>
        </p:nvSpPr>
        <p:spPr>
          <a:xfrm>
            <a:off x="276391" y="781050"/>
            <a:ext cx="11774598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rial Narrow" panose="020B0606020202030204" pitchFamily="34" charset="0"/>
                <a:ea typeface="Ebrima" panose="02000000000000000000" pitchFamily="2" charset="0"/>
                <a:cs typeface="Ebrima" panose="02000000000000000000" pitchFamily="2" charset="0"/>
              </a:rPr>
              <a:t>End-Term Presentation on</a:t>
            </a:r>
            <a:br>
              <a:rPr lang="en-US" sz="6000" b="1" dirty="0">
                <a:solidFill>
                  <a:srgbClr val="00206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</a:br>
            <a:r>
              <a:rPr lang="en-IN" sz="5000" b="1" dirty="0" err="1">
                <a:solidFill>
                  <a:schemeClr val="accent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AgroGPT</a:t>
            </a:r>
            <a:r>
              <a:rPr lang="en-IN" sz="5000" b="1" dirty="0">
                <a:solidFill>
                  <a:schemeClr val="accent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: A Multimodal Agricultural Disease Understanding System</a:t>
            </a:r>
          </a:p>
          <a:p>
            <a:pPr algn="ctr"/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28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13B18-4522-7B34-9254-F87A00DF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FE1C3-3430-5E33-DCE1-2E4736933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lvl="0"/>
            <a:r>
              <a:rPr lang="en-IN" dirty="0"/>
              <a:t>Introduction</a:t>
            </a:r>
          </a:p>
          <a:p>
            <a:pPr lvl="0"/>
            <a:r>
              <a:rPr lang="en-IN" dirty="0"/>
              <a:t>Problem Statement</a:t>
            </a:r>
          </a:p>
          <a:p>
            <a:pPr lvl="0"/>
            <a:r>
              <a:rPr lang="en-IN" dirty="0"/>
              <a:t>Project Objectives</a:t>
            </a:r>
          </a:p>
          <a:p>
            <a:pPr lvl="0"/>
            <a:r>
              <a:rPr lang="en-IN" dirty="0"/>
              <a:t>Literature Survey</a:t>
            </a:r>
          </a:p>
          <a:p>
            <a:pPr lvl="0"/>
            <a:r>
              <a:rPr lang="en-IN" dirty="0"/>
              <a:t>System Architecture</a:t>
            </a:r>
          </a:p>
          <a:p>
            <a:pPr lvl="0"/>
            <a:r>
              <a:rPr lang="en-IN" dirty="0"/>
              <a:t>Dataset Description</a:t>
            </a:r>
          </a:p>
          <a:p>
            <a:pPr lvl="0"/>
            <a:r>
              <a:rPr lang="en-IN" dirty="0"/>
              <a:t>Data Preprocessing</a:t>
            </a:r>
          </a:p>
          <a:p>
            <a:pPr lvl="0"/>
            <a:r>
              <a:rPr lang="en-IN" dirty="0"/>
              <a:t>Exploratory Data Analysis</a:t>
            </a:r>
          </a:p>
          <a:p>
            <a:pPr lvl="0"/>
            <a:r>
              <a:rPr lang="en-IN" dirty="0"/>
              <a:t>EDA Visualizations</a:t>
            </a:r>
          </a:p>
          <a:p>
            <a:pPr lvl="0"/>
            <a:r>
              <a:rPr lang="en-IN" dirty="0"/>
              <a:t>Model Selection</a:t>
            </a:r>
          </a:p>
          <a:p>
            <a:pPr lvl="0"/>
            <a:r>
              <a:rPr lang="en-IN" dirty="0"/>
              <a:t>Model Architecture</a:t>
            </a:r>
          </a:p>
          <a:p>
            <a:pPr lvl="0"/>
            <a:r>
              <a:rPr lang="en-IN" dirty="0"/>
              <a:t>Software Stack</a:t>
            </a:r>
          </a:p>
          <a:p>
            <a:pPr lvl="0"/>
            <a:r>
              <a:rPr lang="en-IN" dirty="0"/>
              <a:t>Platform Information</a:t>
            </a:r>
          </a:p>
          <a:p>
            <a:pPr lvl="0"/>
            <a:r>
              <a:rPr lang="en-IN" dirty="0"/>
              <a:t>Preliminary Results</a:t>
            </a:r>
          </a:p>
          <a:p>
            <a:pPr lvl="0"/>
            <a:r>
              <a:rPr lang="en-IN" dirty="0"/>
              <a:t>Confusion Matrix &amp; Grad-CAM</a:t>
            </a:r>
          </a:p>
          <a:p>
            <a:pPr lvl="0"/>
            <a:r>
              <a:rPr lang="en-IN" dirty="0"/>
              <a:t>Knowledge Engine</a:t>
            </a:r>
          </a:p>
          <a:p>
            <a:pPr lvl="0"/>
            <a:r>
              <a:rPr lang="en-IN" dirty="0"/>
              <a:t>Backend &amp; Frontend Architecture</a:t>
            </a:r>
          </a:p>
          <a:p>
            <a:pPr lvl="0"/>
            <a:r>
              <a:rPr lang="en-IN" dirty="0"/>
              <a:t>Deployment Details</a:t>
            </a:r>
          </a:p>
          <a:p>
            <a:pPr lvl="0"/>
            <a:r>
              <a:rPr lang="en-IN" dirty="0"/>
              <a:t>Final Implemented Features</a:t>
            </a:r>
          </a:p>
          <a:p>
            <a:pPr lvl="0"/>
            <a:r>
              <a:rPr lang="en-IN" dirty="0"/>
              <a:t>System Workflow</a:t>
            </a:r>
          </a:p>
          <a:p>
            <a:pPr lvl="0"/>
            <a:r>
              <a:rPr lang="en-IN" dirty="0"/>
              <a:t>Discussion</a:t>
            </a:r>
          </a:p>
          <a:p>
            <a:pPr lvl="0"/>
            <a:r>
              <a:rPr lang="en-IN" dirty="0"/>
              <a:t>Conclusion &amp; Future Scope</a:t>
            </a:r>
          </a:p>
          <a:p>
            <a:pPr lvl="0"/>
            <a:r>
              <a:rPr lang="en-IN" dirty="0"/>
              <a:t>References</a:t>
            </a:r>
          </a:p>
          <a:p>
            <a:pPr lvl="0"/>
            <a:r>
              <a:rPr lang="en-IN" dirty="0"/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3FA32-E44F-B479-00E1-C15B76F39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8E787-5299-8306-C96E-C585F5F2E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9DA29-04D9-7CF2-4FAD-499D436FB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36982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87B5-ACB2-1255-A069-F09DEE094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cap="none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1CC23-7F8E-93E0-0A5C-86B8EAFE0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Plant diseases cause 20-40% annual crop loss globally (FAO report)</a:t>
            </a:r>
          </a:p>
          <a:p>
            <a:r>
              <a:rPr lang="en-IN" dirty="0"/>
              <a:t>Traditional diagnosis relies on agricultural experts – time-consuming, expensive, and inaccessible in rural areas</a:t>
            </a:r>
          </a:p>
          <a:p>
            <a:r>
              <a:rPr lang="en-IN" dirty="0"/>
              <a:t>India faces a huge economic impact annually due to undetected plant diseases</a:t>
            </a:r>
          </a:p>
          <a:p>
            <a:r>
              <a:rPr lang="en-IN" dirty="0"/>
              <a:t>Farmers lack real-time, actionable advisory for disease management</a:t>
            </a:r>
          </a:p>
          <a:p>
            <a:r>
              <a:rPr lang="en-IN" dirty="0"/>
              <a:t>Deep Learning enables automated disease detection from leaf images using Convolutional Neural Networks (CNNs)</a:t>
            </a:r>
          </a:p>
          <a:p>
            <a:endParaRPr lang="en-US" sz="2600" dirty="0"/>
          </a:p>
          <a:p>
            <a:r>
              <a:rPr lang="en-IN" b="1" dirty="0"/>
              <a:t>Economic &amp; Social Impact:</a:t>
            </a:r>
            <a:endParaRPr lang="en-IN" dirty="0"/>
          </a:p>
          <a:p>
            <a:r>
              <a:rPr lang="en-IN" dirty="0"/>
              <a:t>Global crop loss due to diseases: Over $220 billion annually(FAO report)</a:t>
            </a:r>
          </a:p>
          <a:p>
            <a:r>
              <a:rPr lang="en-IN" dirty="0"/>
              <a:t>Smallholder farmers (2.5 billion people) most affected by undiagnosed diseases</a:t>
            </a:r>
          </a:p>
          <a:p>
            <a:r>
              <a:rPr lang="en-IN" dirty="0"/>
              <a:t>Delayed detection increases pesticide misuse, crop failure, and farmer debt</a:t>
            </a:r>
          </a:p>
          <a:p>
            <a:pPr lvl="0"/>
            <a:endParaRPr lang="en-IN" sz="2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65DCF-ACEA-6F4F-A7B0-41C6753FA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66D75-0E7E-92E0-5E4C-77E345558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07FD6-2B04-D455-317B-0C86EA9B4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61261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8D992-B808-C7ED-E8DB-89C825297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25C61-FE76-B557-D315-2551674F1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INTRODUCTION</a:t>
            </a:r>
            <a:endParaRPr lang="en-IN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AD8AE-51A3-EE44-14DA-9A0E3180C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err="1"/>
              <a:t>AgroGPT</a:t>
            </a:r>
            <a:r>
              <a:rPr lang="en-IN" b="1" dirty="0"/>
              <a:t> Solution:</a:t>
            </a:r>
            <a:endParaRPr lang="en-IN" dirty="0"/>
          </a:p>
          <a:p>
            <a:r>
              <a:rPr lang="en-IN" dirty="0"/>
              <a:t>AI-powered system for instant plant disease detection from leaf images</a:t>
            </a:r>
          </a:p>
          <a:p>
            <a:r>
              <a:rPr lang="en-IN" dirty="0"/>
              <a:t>Provides actionable insights: Cause, Remedy, and Prevention</a:t>
            </a:r>
          </a:p>
          <a:p>
            <a:r>
              <a:rPr lang="en-IN" dirty="0"/>
              <a:t>Integrates Deep Learning with Dynamic Knowledge Retrieval</a:t>
            </a:r>
          </a:p>
          <a:p>
            <a:r>
              <a:rPr lang="en-IN" dirty="0"/>
              <a:t>Goal: Democratize plant healthcare and reduce crop losses through early intervention</a:t>
            </a:r>
          </a:p>
          <a:p>
            <a:endParaRPr lang="en-IN" dirty="0"/>
          </a:p>
          <a:p>
            <a:r>
              <a:rPr lang="en-IN" b="1" dirty="0"/>
              <a:t>Live Application:</a:t>
            </a:r>
            <a:endParaRPr lang="en-IN" dirty="0"/>
          </a:p>
          <a:p>
            <a:r>
              <a:rPr lang="en-IN" dirty="0"/>
              <a:t>Frontend deployed on </a:t>
            </a:r>
            <a:r>
              <a:rPr lang="en-IN" dirty="0" err="1"/>
              <a:t>Vercel</a:t>
            </a:r>
            <a:endParaRPr lang="en-IN" dirty="0"/>
          </a:p>
          <a:p>
            <a:r>
              <a:rPr lang="en-IN" dirty="0"/>
              <a:t>Backend deployed on Hugging Face Spaces</a:t>
            </a:r>
          </a:p>
          <a:p>
            <a:r>
              <a:rPr lang="en-IN" dirty="0"/>
              <a:t>Accessible at: </a:t>
            </a:r>
            <a:r>
              <a:rPr lang="en-IN" u="sng" dirty="0">
                <a:hlinkClick r:id="rId2"/>
              </a:rPr>
              <a:t>https://agro-gpt-a-multimodal-disease-under.vercel.app/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9A1A0-43B3-7BDE-D052-AE5780B6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30527-4A1A-61C2-B055-5AC42E501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94452-4EB0-3152-B0C4-EC1F9552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31871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2E580-32FB-8F70-D3A2-E1744C9DB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DF124-4418-A84F-302C-96D924BAE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project aims to develop a Deep Learning-based agricultural disease understanding system using EfficientNet-B0, and Explainable AI techniques to assist farmers in early crop disease detection and agricultural decision-making.</a:t>
            </a:r>
          </a:p>
          <a:p>
            <a:r>
              <a:rPr lang="en-US" dirty="0"/>
              <a:t>The system will analyze plant leaf images and prediction confidence levels to accurately identify crop diseases within real-world agricultural datasets and farming environments.</a:t>
            </a:r>
          </a:p>
          <a:p>
            <a:r>
              <a:rPr lang="en-US" dirty="0"/>
              <a:t>The proposed approach seeks to improve disease detection accuracy, prediction reliability, explainability, and real-time agricultural assistance compared to traditional manual inspection methods and black-box AI systems.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B6472-3AC6-595A-B8B9-D7F130465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80B19-0940-B598-908D-2E7CD13F1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8D9A0-8CED-F972-A7E8-0C7963B3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56088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1DA13-34BE-D999-EDCB-41F401410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C854C-005B-2975-309A-57D6F2A69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will be implemented using Python, </a:t>
            </a:r>
            <a:r>
              <a:rPr lang="en-US" dirty="0" err="1"/>
              <a:t>PyTorch</a:t>
            </a:r>
            <a:r>
              <a:rPr lang="en-US" dirty="0"/>
              <a:t>, </a:t>
            </a:r>
            <a:r>
              <a:rPr lang="en-US" dirty="0" err="1"/>
              <a:t>FastAPI</a:t>
            </a:r>
            <a:r>
              <a:rPr lang="en-US" dirty="0"/>
              <a:t>, React, and cloud deployment technologies, and its performance will be evaluated using classification accuracy, precision, recall, F1-score, confidence analysis, and inference performance metrics to ensure an effective, scalable, and practical smart agriculture solution.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3EB52-4418-A46A-BEE5-BF34F4D5E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83421-FB02-E3A0-8BD9-6BFFCD39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8EDD4-A62E-0992-8B3E-F18D2FAC5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06366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B0C90-4DBB-4153-C19E-718F3EC51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68A44-F826-DA98-5663-2AA7D2063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Main Objectives:</a:t>
            </a:r>
          </a:p>
          <a:p>
            <a:r>
              <a:rPr lang="en-IN" dirty="0"/>
              <a:t>Accurate plant disease classification using deep learning</a:t>
            </a:r>
          </a:p>
          <a:p>
            <a:r>
              <a:rPr lang="en-IN" dirty="0"/>
              <a:t>Reduce overfitting and improve generalization to real-world leaf images</a:t>
            </a:r>
          </a:p>
          <a:p>
            <a:r>
              <a:rPr lang="en-IN" dirty="0"/>
              <a:t>Provide explainable AI using Grad-CAM heatmaps for trust and transparency</a:t>
            </a:r>
          </a:p>
          <a:p>
            <a:r>
              <a:rPr lang="en-IN" dirty="0"/>
              <a:t>Deliver real-time advisory (cause, remedy, prevention) via dynamic knowledge retrieval</a:t>
            </a:r>
          </a:p>
          <a:p>
            <a:r>
              <a:rPr lang="en-IN" dirty="0"/>
              <a:t>Ensure crop-wise balance to avoid dataset bias</a:t>
            </a:r>
          </a:p>
          <a:p>
            <a:r>
              <a:rPr lang="en-IN" dirty="0"/>
              <a:t>Lightweight model suitable for mobile/edge deployment</a:t>
            </a:r>
          </a:p>
          <a:p>
            <a:r>
              <a:rPr lang="en-IN" dirty="0"/>
              <a:t>Farmer-friendly interface</a:t>
            </a:r>
          </a:p>
          <a:p>
            <a:r>
              <a:rPr lang="en-IN" dirty="0"/>
              <a:t>Cloud deployment (</a:t>
            </a:r>
            <a:r>
              <a:rPr lang="en-IN" dirty="0" err="1"/>
              <a:t>Vercel</a:t>
            </a:r>
            <a:r>
              <a:rPr lang="en-IN" dirty="0"/>
              <a:t> + Hugging Face)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056FD-CF86-990D-7D8B-0B1682C4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C7D75-E019-381D-0D2A-3AA1F248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0E887-2E2A-DC64-1D13-6413C454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42312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7B7E-0547-9A59-A20F-E8801FAAB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9F41CE4-FCC6-25B0-096E-983A5B02A2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1992923"/>
              </p:ext>
            </p:extLst>
          </p:nvPr>
        </p:nvGraphicFramePr>
        <p:xfrm>
          <a:off x="267538" y="1763882"/>
          <a:ext cx="11742738" cy="45783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4797">
                  <a:extLst>
                    <a:ext uri="{9D8B030D-6E8A-4147-A177-3AD203B41FA5}">
                      <a16:colId xmlns:a16="http://schemas.microsoft.com/office/drawing/2014/main" val="2556212284"/>
                    </a:ext>
                  </a:extLst>
                </a:gridCol>
                <a:gridCol w="4044199">
                  <a:extLst>
                    <a:ext uri="{9D8B030D-6E8A-4147-A177-3AD203B41FA5}">
                      <a16:colId xmlns:a16="http://schemas.microsoft.com/office/drawing/2014/main" val="132093341"/>
                    </a:ext>
                  </a:extLst>
                </a:gridCol>
                <a:gridCol w="4405875">
                  <a:extLst>
                    <a:ext uri="{9D8B030D-6E8A-4147-A177-3AD203B41FA5}">
                      <a16:colId xmlns:a16="http://schemas.microsoft.com/office/drawing/2014/main" val="3460549123"/>
                    </a:ext>
                  </a:extLst>
                </a:gridCol>
                <a:gridCol w="2397867">
                  <a:extLst>
                    <a:ext uri="{9D8B030D-6E8A-4147-A177-3AD203B41FA5}">
                      <a16:colId xmlns:a16="http://schemas.microsoft.com/office/drawing/2014/main" val="4008401378"/>
                    </a:ext>
                  </a:extLst>
                </a:gridCol>
              </a:tblGrid>
              <a:tr h="5075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Year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Study / Model Architecture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Key Results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Dataset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2349700"/>
                  </a:ext>
                </a:extLst>
              </a:tr>
              <a:tr h="5075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2015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Hughes &amp; </a:t>
                      </a:r>
                      <a:r>
                        <a:rPr lang="en-IN" sz="1800" kern="100" dirty="0" err="1">
                          <a:effectLst/>
                        </a:rPr>
                        <a:t>Salathé</a:t>
                      </a:r>
                      <a:r>
                        <a:rPr lang="en-IN" sz="1800" kern="100" dirty="0">
                          <a:effectLst/>
                        </a:rPr>
                        <a:t> – </a:t>
                      </a:r>
                      <a:r>
                        <a:rPr lang="en-IN" sz="1800" kern="100" dirty="0" err="1">
                          <a:effectLst/>
                        </a:rPr>
                        <a:t>PlantVillage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Foundational dataset for plant disease detection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PlantVillage (38 classes)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5515449"/>
                  </a:ext>
                </a:extLst>
              </a:tr>
              <a:tr h="5075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2020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Singh et al. – PlantDoc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Real-world plant disease dataset (2,500+ images)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PlantDoc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6207808"/>
                  </a:ext>
                </a:extLst>
              </a:tr>
              <a:tr h="5075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2021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Mohanty et al. – CNN (AlexNet, GoogLeNet)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99.35% accuracy on PlantVillage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PlantVillage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2474424"/>
                  </a:ext>
                </a:extLst>
              </a:tr>
              <a:tr h="5075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2022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Atila et al. – EfficientNet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EfficientNet-B7 achieved 99.91% accuracy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PlantVillage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1721482"/>
                  </a:ext>
                </a:extLst>
              </a:tr>
              <a:tr h="5075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2023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Chen et al. – Attention-based CNN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Improved interpretability + 97.2% accuracy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Mixed crops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4291186"/>
                  </a:ext>
                </a:extLst>
              </a:tr>
              <a:tr h="5075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2024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Reddy et al. – Grad-CAM for plant diseases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Explainability helps build farmer trust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Custom dataset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7536865"/>
                  </a:ext>
                </a:extLst>
              </a:tr>
              <a:tr h="5075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2025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Sharma et al. – Real-world generalization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Accuracy drops from 98% → 72% on field images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 err="1">
                          <a:effectLst/>
                        </a:rPr>
                        <a:t>PlantVillage</a:t>
                      </a:r>
                      <a:r>
                        <a:rPr lang="en-IN" sz="1800" kern="100" dirty="0">
                          <a:effectLst/>
                        </a:rPr>
                        <a:t> + Real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089864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E6F6E-F6E0-10E0-82EB-90F063816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DA3F0-BCE6-7A6F-82D2-0025E47D1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98483-8695-2FBE-9922-C8A3EB3B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44990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116E6-A68D-5FA7-1FE5-270EACD3C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70107-9F52-1F67-7BC0-194A31860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LITERATURE SURVEY – CHALLENGES &amp; RESEARCH GAPS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330D5-FF23-A6DE-1D2C-7FF1D396D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417BD-190C-A305-30E6-06FB7B3F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B897F-76CF-7CA1-ACF0-7980B2E78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003775-B030-833A-4333-AC00E4122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Emerging Trends:</a:t>
            </a:r>
            <a:endParaRPr lang="en-IN" dirty="0"/>
          </a:p>
          <a:p>
            <a:r>
              <a:rPr lang="en-IN" b="1" dirty="0"/>
              <a:t>Attention mechanisms &amp; XAI:</a:t>
            </a:r>
            <a:r>
              <a:rPr lang="en-IN" dirty="0"/>
              <a:t> Grad-CAM for interpretability</a:t>
            </a:r>
          </a:p>
          <a:p>
            <a:r>
              <a:rPr lang="en-IN" b="1" dirty="0"/>
              <a:t>Lightweight models: </a:t>
            </a:r>
            <a:r>
              <a:rPr lang="en-IN" dirty="0" err="1"/>
              <a:t>EfficientNet</a:t>
            </a:r>
            <a:r>
              <a:rPr lang="en-IN" dirty="0"/>
              <a:t>, ImageNet for edge deployment</a:t>
            </a:r>
          </a:p>
          <a:p>
            <a:r>
              <a:rPr lang="en-IN" b="1" dirty="0"/>
              <a:t>Real-world datasets: </a:t>
            </a:r>
            <a:r>
              <a:rPr lang="en-IN" dirty="0" err="1"/>
              <a:t>PlantDoc</a:t>
            </a:r>
            <a:r>
              <a:rPr lang="en-IN" dirty="0"/>
              <a:t>, Plant Village, Crop specific datasets</a:t>
            </a:r>
          </a:p>
          <a:p>
            <a:endParaRPr lang="en-IN" dirty="0"/>
          </a:p>
          <a:p>
            <a:r>
              <a:rPr lang="en-IN" b="1" dirty="0"/>
              <a:t>Common Limitations Identified Across Studies:</a:t>
            </a:r>
            <a:endParaRPr lang="en-IN" dirty="0"/>
          </a:p>
          <a:p>
            <a:r>
              <a:rPr lang="en-IN" b="1" dirty="0"/>
              <a:t>Lab-to-field gap: </a:t>
            </a:r>
            <a:r>
              <a:rPr lang="en-IN" dirty="0"/>
              <a:t>Models trained on </a:t>
            </a:r>
            <a:r>
              <a:rPr lang="en-IN" dirty="0" err="1"/>
              <a:t>PlantVillage</a:t>
            </a:r>
            <a:r>
              <a:rPr lang="en-IN" dirty="0"/>
              <a:t> fail on real-world images (98% → 70-75%)</a:t>
            </a:r>
          </a:p>
          <a:p>
            <a:r>
              <a:rPr lang="en-IN" b="1" dirty="0"/>
              <a:t>Class imbalance: </a:t>
            </a:r>
            <a:r>
              <a:rPr lang="en-IN" dirty="0"/>
              <a:t>Some diseases have abundant samples, others very few</a:t>
            </a:r>
          </a:p>
          <a:p>
            <a:r>
              <a:rPr lang="en-IN" b="1" dirty="0"/>
              <a:t>Lack of explainability: </a:t>
            </a:r>
            <a:r>
              <a:rPr lang="en-IN" dirty="0"/>
              <a:t>Farmers cannot trust black-box predictions</a:t>
            </a:r>
          </a:p>
          <a:p>
            <a:r>
              <a:rPr lang="en-IN" b="1" dirty="0"/>
              <a:t>Static knowledge: </a:t>
            </a:r>
            <a:r>
              <a:rPr lang="en-IN" dirty="0"/>
              <a:t>No integration with dynamic remedy/prevention databases</a:t>
            </a:r>
          </a:p>
          <a:p>
            <a:r>
              <a:rPr lang="en-IN" b="1" dirty="0"/>
              <a:t>Crop bias: </a:t>
            </a:r>
            <a:r>
              <a:rPr lang="en-IN" dirty="0"/>
              <a:t>Models overfit to dominant crops</a:t>
            </a:r>
          </a:p>
        </p:txBody>
      </p:sp>
    </p:spTree>
    <p:extLst>
      <p:ext uri="{BB962C8B-B14F-4D97-AF65-F5344CB8AC3E}">
        <p14:creationId xmlns:p14="http://schemas.microsoft.com/office/powerpoint/2010/main" val="1093350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BCDA4-1F55-50F3-1F39-0489D2D8B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B43C-8B63-E018-C585-B4616D74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LITERATURE SURVEY – CHALLENGES &amp; RESEARCH GAPS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DC702-6337-265B-1148-90CC20AA6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96DBB-C1B7-2979-81FF-DFE7979C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0D1C8-C863-8D9E-4ACE-95E6950BE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B1C186-7861-3A16-6CF4-177399043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How </a:t>
            </a:r>
            <a:r>
              <a:rPr lang="en-IN" b="1" dirty="0" err="1"/>
              <a:t>AgroGPT</a:t>
            </a:r>
            <a:r>
              <a:rPr lang="en-IN" b="1" dirty="0"/>
              <a:t> Addresses These Gaps:</a:t>
            </a:r>
            <a:endParaRPr lang="en-IN" dirty="0"/>
          </a:p>
          <a:p>
            <a:r>
              <a:rPr lang="en-IN" dirty="0"/>
              <a:t>Combines lab and real-world datasets</a:t>
            </a:r>
          </a:p>
          <a:p>
            <a:r>
              <a:rPr lang="en-IN" dirty="0"/>
              <a:t>Integrates Grad-CAM for explainability</a:t>
            </a:r>
          </a:p>
          <a:p>
            <a:r>
              <a:rPr lang="en-IN" dirty="0"/>
              <a:t>Dynamic knowledge engine with web scraping + caching</a:t>
            </a:r>
          </a:p>
          <a:p>
            <a:r>
              <a:rPr lang="en-IN" dirty="0"/>
              <a:t>Crop-aware prediction filtering</a:t>
            </a:r>
          </a:p>
          <a:p>
            <a:r>
              <a:rPr lang="en-IN" dirty="0"/>
              <a:t>Balanced dataset with minimum 100 samples per class</a:t>
            </a:r>
          </a:p>
        </p:txBody>
      </p:sp>
    </p:spTree>
    <p:extLst>
      <p:ext uri="{BB962C8B-B14F-4D97-AF65-F5344CB8AC3E}">
        <p14:creationId xmlns:p14="http://schemas.microsoft.com/office/powerpoint/2010/main" val="3885312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AE4F-9B4F-A6EB-EE85-C70BFE340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1AA50-5D37-7E37-022C-63BFAA7A2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5CED4-8351-9EF4-BAD5-81867FF63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27186-2E43-21D9-6670-1B3D5C3D1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b="1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9A93095-A5B9-3B03-9006-8B0C42B8D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109019" y="1571625"/>
            <a:ext cx="7973962" cy="477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596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C051D-A56F-F80C-0A11-EC660766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795C-7FB8-039B-53EA-EA175CD9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90EEA-6AC0-7AB7-D769-23B94F7D7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Input:</a:t>
            </a:r>
            <a:r>
              <a:rPr lang="en-IN" dirty="0"/>
              <a:t> Raw plant leaf image (JPEG/PNG)</a:t>
            </a:r>
          </a:p>
          <a:p>
            <a:r>
              <a:rPr lang="en-IN" b="1" dirty="0"/>
              <a:t>Preprocessing: </a:t>
            </a:r>
            <a:r>
              <a:rPr lang="en-IN" dirty="0"/>
              <a:t>Resize 224×224, normalize</a:t>
            </a:r>
          </a:p>
          <a:p>
            <a:r>
              <a:rPr lang="en-IN" b="1" dirty="0"/>
              <a:t>Feature Extraction: </a:t>
            </a:r>
            <a:r>
              <a:rPr lang="en-IN" dirty="0"/>
              <a:t>EfficientNet-B0 backbone (fine-tuned)</a:t>
            </a:r>
          </a:p>
          <a:p>
            <a:r>
              <a:rPr lang="en-IN" b="1" dirty="0"/>
              <a:t>Crop Filter: </a:t>
            </a:r>
            <a:r>
              <a:rPr lang="en-IN" dirty="0"/>
              <a:t>User selects crop → model predicts within that crop</a:t>
            </a:r>
          </a:p>
          <a:p>
            <a:r>
              <a:rPr lang="en-IN" b="1" dirty="0"/>
              <a:t>Explainability: </a:t>
            </a:r>
            <a:r>
              <a:rPr lang="en-IN" dirty="0"/>
              <a:t>Grad-CAM generates heatmap</a:t>
            </a:r>
          </a:p>
          <a:p>
            <a:r>
              <a:rPr lang="en-IN" b="1" dirty="0"/>
              <a:t>Knowledge Engine: </a:t>
            </a:r>
            <a:r>
              <a:rPr lang="en-IN" dirty="0"/>
              <a:t>Dynamic web scraping + caching</a:t>
            </a:r>
          </a:p>
          <a:p>
            <a:r>
              <a:rPr lang="en-IN" b="1" dirty="0"/>
              <a:t>Backend: </a:t>
            </a:r>
            <a:r>
              <a:rPr lang="en-IN" dirty="0" err="1"/>
              <a:t>FastAPI</a:t>
            </a:r>
            <a:r>
              <a:rPr lang="en-IN" dirty="0"/>
              <a:t> (Hugging Face Spaces)</a:t>
            </a:r>
          </a:p>
          <a:p>
            <a:r>
              <a:rPr lang="en-IN" b="1" dirty="0"/>
              <a:t>Frontend: </a:t>
            </a:r>
            <a:r>
              <a:rPr lang="en-IN" dirty="0"/>
              <a:t>React.js (</a:t>
            </a:r>
            <a:r>
              <a:rPr lang="en-IN" dirty="0" err="1"/>
              <a:t>Vercel</a:t>
            </a:r>
            <a:r>
              <a:rPr lang="en-IN" dirty="0"/>
              <a:t>)</a:t>
            </a:r>
          </a:p>
          <a:p>
            <a:r>
              <a:rPr lang="en-IN" b="1" dirty="0"/>
              <a:t>Output: </a:t>
            </a:r>
            <a:r>
              <a:rPr lang="en-IN" dirty="0"/>
              <a:t>Disease name + confidence + heatmap + cause + remedy + prevention</a:t>
            </a:r>
          </a:p>
          <a:p>
            <a:r>
              <a:rPr lang="en-IN" b="1" dirty="0"/>
              <a:t>Benefits:</a:t>
            </a:r>
            <a:r>
              <a:rPr lang="en-IN" dirty="0"/>
              <a:t> Crop-aware, explainable, dynamic, efficient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1BC60-B763-14C4-F47F-92275FE65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972EA-734C-88CD-11D4-4F9DE5274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FA8D1-EA87-54F0-DD87-9CABDF7C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83436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C7F74-205B-63C5-D428-510BE3801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9508F-87DB-654C-6E21-A3F117F92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Source:</a:t>
            </a:r>
            <a:endParaRPr lang="en-IN" dirty="0"/>
          </a:p>
          <a:p>
            <a:r>
              <a:rPr lang="en-IN" b="1" dirty="0" err="1"/>
              <a:t>PlantVillage</a:t>
            </a:r>
            <a:r>
              <a:rPr lang="en-IN" b="1" dirty="0"/>
              <a:t> –</a:t>
            </a:r>
            <a:r>
              <a:rPr lang="en-IN" dirty="0"/>
              <a:t> lab-controlled, clean background</a:t>
            </a:r>
          </a:p>
          <a:p>
            <a:r>
              <a:rPr lang="en-IN" b="1" dirty="0" err="1"/>
              <a:t>PlantDoc</a:t>
            </a:r>
            <a:r>
              <a:rPr lang="en-IN" b="1" dirty="0"/>
              <a:t> –</a:t>
            </a:r>
            <a:r>
              <a:rPr lang="en-IN" dirty="0"/>
              <a:t> real-world leaf images (noisy, varied lighting)</a:t>
            </a:r>
          </a:p>
          <a:p>
            <a:r>
              <a:rPr lang="en-IN" b="1" dirty="0"/>
              <a:t>Crop-specific datasets – </a:t>
            </a:r>
            <a:r>
              <a:rPr lang="en-IN" dirty="0"/>
              <a:t>Rice, Mango, Cotton, Maize, Tomato</a:t>
            </a:r>
          </a:p>
          <a:p>
            <a:endParaRPr lang="en-IN" dirty="0"/>
          </a:p>
          <a:p>
            <a:r>
              <a:rPr lang="en-IN" b="1" dirty="0"/>
              <a:t>Final Dataset Statistics:</a:t>
            </a:r>
            <a:endParaRPr lang="en-IN" dirty="0"/>
          </a:p>
          <a:p>
            <a:r>
              <a:rPr lang="en-IN" b="1" dirty="0"/>
              <a:t>Total raw images: </a:t>
            </a:r>
            <a:r>
              <a:rPr lang="en-IN" dirty="0"/>
              <a:t>~17,000+ (before cleaning)</a:t>
            </a:r>
          </a:p>
          <a:p>
            <a:r>
              <a:rPr lang="en-IN" b="1" dirty="0"/>
              <a:t>Final dataset size: </a:t>
            </a:r>
            <a:r>
              <a:rPr lang="en-IN" dirty="0"/>
              <a:t>14,836 images</a:t>
            </a:r>
          </a:p>
          <a:p>
            <a:r>
              <a:rPr lang="en-IN" b="1" dirty="0"/>
              <a:t>Number of classes: </a:t>
            </a:r>
            <a:r>
              <a:rPr lang="en-IN" dirty="0"/>
              <a:t>42 disease categories</a:t>
            </a:r>
          </a:p>
          <a:p>
            <a:r>
              <a:rPr lang="en-IN" b="1" dirty="0"/>
              <a:t>Minimum samples per class: </a:t>
            </a:r>
            <a:r>
              <a:rPr lang="en-IN" dirty="0"/>
              <a:t>≥ 100</a:t>
            </a:r>
          </a:p>
          <a:p>
            <a:r>
              <a:rPr lang="en-IN" b="1" dirty="0"/>
              <a:t>Imbalance ratio after balancing: </a:t>
            </a:r>
            <a:r>
              <a:rPr lang="en-IN" dirty="0"/>
              <a:t>~6.4</a:t>
            </a:r>
          </a:p>
          <a:p>
            <a:r>
              <a:rPr lang="en-IN" b="1" dirty="0"/>
              <a:t>Split: </a:t>
            </a:r>
            <a:r>
              <a:rPr lang="en-IN" dirty="0"/>
              <a:t>Train (70%), Validation (15%), Test (15%)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8C34B-4D90-7018-52E5-4AC6F9D5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60E05-876C-2FF6-3B74-16577BE4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06754-A01F-E2CA-5769-96082A830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53386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D6363-568F-E945-771F-C9BA4589F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1F496-9B2B-EE42-6492-6E523BE9C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5B9C3-7976-934D-CF10-585627DD4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Dataset Engineering Highlights:</a:t>
            </a:r>
            <a:endParaRPr lang="en-IN" dirty="0"/>
          </a:p>
          <a:p>
            <a:r>
              <a:rPr lang="en-IN" dirty="0"/>
              <a:t>Removed over-representation of one crop to reduce bias</a:t>
            </a:r>
          </a:p>
          <a:p>
            <a:r>
              <a:rPr lang="en-IN" dirty="0"/>
              <a:t>Balanced dataset without removing classes</a:t>
            </a:r>
          </a:p>
          <a:p>
            <a:r>
              <a:rPr lang="en-IN" dirty="0"/>
              <a:t>Stratified split preserving class proportions</a:t>
            </a:r>
          </a:p>
          <a:p>
            <a:endParaRPr lang="en-IN" dirty="0"/>
          </a:p>
          <a:p>
            <a:r>
              <a:rPr lang="en-IN" b="1" dirty="0"/>
              <a:t>Challenges Encountered (Resolved):</a:t>
            </a:r>
            <a:endParaRPr lang="en-IN" dirty="0"/>
          </a:p>
          <a:p>
            <a:r>
              <a:rPr lang="en-IN" dirty="0"/>
              <a:t>Missing classes across datasets (inconsistent </a:t>
            </a:r>
            <a:r>
              <a:rPr lang="en-IN" dirty="0" err="1"/>
              <a:t>labeling</a:t>
            </a:r>
            <a:r>
              <a:rPr lang="en-IN" dirty="0"/>
              <a:t>)</a:t>
            </a:r>
          </a:p>
          <a:p>
            <a:r>
              <a:rPr lang="en-IN" dirty="0"/>
              <a:t>Tomato initially dominant causing bias (corrected)</a:t>
            </a:r>
          </a:p>
          <a:p>
            <a:r>
              <a:rPr lang="en-IN" dirty="0"/>
              <a:t>Class imbalance: Some diseases had few samples</a:t>
            </a:r>
          </a:p>
          <a:p>
            <a:r>
              <a:rPr lang="en-IN" dirty="0"/>
              <a:t>Real-world images (</a:t>
            </a:r>
            <a:r>
              <a:rPr lang="en-IN" dirty="0" err="1"/>
              <a:t>PlantDoc</a:t>
            </a:r>
            <a:r>
              <a:rPr lang="en-IN" dirty="0"/>
              <a:t>) noisier than lab images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082BC-4E35-2979-4562-970227DD5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2C280-B724-B2B7-1E02-30BF96168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D5A54-F95E-0BAF-9080-ACE84E333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50863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12CDB-6E77-C007-66FE-52DD06386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E9B71-070E-EC10-8E55-01D498736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Cleaning: </a:t>
            </a:r>
            <a:r>
              <a:rPr lang="en-IN" dirty="0"/>
              <a:t>Removed duplicate images and incorrectly </a:t>
            </a:r>
            <a:r>
              <a:rPr lang="en-IN" dirty="0" err="1"/>
              <a:t>labeled</a:t>
            </a:r>
            <a:r>
              <a:rPr lang="en-IN" dirty="0"/>
              <a:t> samples</a:t>
            </a:r>
            <a:endParaRPr lang="en-IN" b="1" dirty="0"/>
          </a:p>
          <a:p>
            <a:r>
              <a:rPr lang="en-IN" b="1" dirty="0"/>
              <a:t>Merging:</a:t>
            </a:r>
            <a:r>
              <a:rPr lang="en-IN" dirty="0"/>
              <a:t> Unified multiple datasets into a single structured format</a:t>
            </a:r>
          </a:p>
          <a:p>
            <a:r>
              <a:rPr lang="en-IN" b="1" dirty="0"/>
              <a:t>Class Mapping:</a:t>
            </a:r>
            <a:r>
              <a:rPr lang="en-IN" dirty="0"/>
              <a:t> Standardized disease names across sources (e.g., "Blight" → "Late Blight")</a:t>
            </a:r>
          </a:p>
          <a:p>
            <a:r>
              <a:rPr lang="en-IN" b="1" dirty="0"/>
              <a:t>Normalization:</a:t>
            </a:r>
            <a:r>
              <a:rPr lang="en-IN" dirty="0"/>
              <a:t> Resized all images to 224×224 pixels; normalized using ImageNet mean/std</a:t>
            </a:r>
          </a:p>
          <a:p>
            <a:r>
              <a:rPr lang="en-IN" b="1" dirty="0"/>
              <a:t>Removed Irrelevant Classes:</a:t>
            </a:r>
            <a:r>
              <a:rPr lang="en-IN" dirty="0"/>
              <a:t> Insect-based damage (not a disease)</a:t>
            </a:r>
          </a:p>
          <a:p>
            <a:r>
              <a:rPr lang="en-IN" b="1" dirty="0"/>
              <a:t>Dataset Balancing:</a:t>
            </a:r>
            <a:r>
              <a:rPr lang="en-IN" dirty="0"/>
              <a:t> Minimum samples per class ≥ 100; imbalance ratio ~6.4</a:t>
            </a:r>
          </a:p>
          <a:p>
            <a:r>
              <a:rPr lang="en-IN" b="1" dirty="0"/>
              <a:t>Crop-wise Control:</a:t>
            </a:r>
            <a:r>
              <a:rPr lang="en-IN" dirty="0"/>
              <a:t> Reduced crop dominance to avoid bias</a:t>
            </a:r>
          </a:p>
          <a:p>
            <a:r>
              <a:rPr lang="en-IN" b="1" dirty="0"/>
              <a:t>Deduplication:</a:t>
            </a:r>
            <a:r>
              <a:rPr lang="en-IN" dirty="0"/>
              <a:t> Removed near-duplicate images to prevent data leakage</a:t>
            </a:r>
          </a:p>
          <a:p>
            <a:r>
              <a:rPr lang="en-IN" b="1" dirty="0"/>
              <a:t>Final Split:</a:t>
            </a:r>
            <a:r>
              <a:rPr lang="en-IN" dirty="0"/>
              <a:t> Stratified train/validation/test (70/15/15)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23B11-B80E-B853-439C-9B6A865C8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4B9AC-F9C5-89EC-86CF-EDA020A84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58386-0602-F43D-3246-7CE42CAA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97838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7A974-7527-5F9E-0A63-D0CC405EA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9CA3C-647D-DAB5-D98B-B05F4AF1B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Class distribution plots: </a:t>
            </a:r>
            <a:r>
              <a:rPr lang="en-IN" dirty="0"/>
              <a:t>Significant imbalance initially (tomato dominant)</a:t>
            </a:r>
          </a:p>
          <a:p>
            <a:r>
              <a:rPr lang="en-IN" b="1" dirty="0"/>
              <a:t>Log-scale distribution: </a:t>
            </a:r>
            <a:r>
              <a:rPr lang="en-IN" dirty="0"/>
              <a:t>Revealed minority classes (minimum ≥100 after balancing)</a:t>
            </a:r>
          </a:p>
          <a:p>
            <a:r>
              <a:rPr lang="en-IN" b="1" dirty="0"/>
              <a:t>Dataset composition by crop: </a:t>
            </a:r>
            <a:r>
              <a:rPr lang="en-IN" dirty="0"/>
              <a:t>Representation of top 10 classes</a:t>
            </a:r>
          </a:p>
          <a:p>
            <a:r>
              <a:rPr lang="en-IN" b="1" dirty="0"/>
              <a:t>Boxplot visualization: </a:t>
            </a:r>
            <a:r>
              <a:rPr lang="en-IN" dirty="0"/>
              <a:t>Per-class sample spread before and after balancing</a:t>
            </a:r>
          </a:p>
          <a:p>
            <a:r>
              <a:rPr lang="en-IN" b="1" dirty="0"/>
              <a:t>PCA visualization: </a:t>
            </a:r>
            <a:r>
              <a:rPr lang="en-IN" dirty="0"/>
              <a:t>Dimensionality reduction to visualize feature separability</a:t>
            </a:r>
          </a:p>
          <a:p>
            <a:r>
              <a:rPr lang="en-IN" b="1" dirty="0"/>
              <a:t>t-SNE visualization: </a:t>
            </a:r>
            <a:r>
              <a:rPr lang="en-IN" dirty="0"/>
              <a:t>Feature separability analysis – some disease classes overlap (Early Blight vs Late Blight)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2A856-56A8-505D-E9EB-11D11EAC1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8B09F-1900-53D5-F49C-CDBF47E1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0BCBC-CA68-518F-806D-9BBEC687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62997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457E-8FEA-F97F-CEE4-4446D3307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928E9-069A-92D1-F6EB-CEE46D527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EDA VISUALIZATIONS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6F02A-FD37-5E08-EB71-7A7BD983A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9CFA7-756D-C0B8-61E8-4411124CD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2AB34-08B0-6820-D280-742166DF6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E3C8DB-C872-5751-D926-222C6688B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084" y="1532296"/>
            <a:ext cx="5994402" cy="4495801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F42054DB-A0DD-B3CD-C6EE-46CEEC913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7402" y="1620258"/>
            <a:ext cx="5036986" cy="4783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529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A95EF-3EAE-0E3F-8D3F-10927EA0F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5CC08-4F9B-0D65-90CF-33888AAB3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DD107-7DB4-01F7-56C8-44BC99AF6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t-SNE Visualization:</a:t>
            </a:r>
            <a:endParaRPr lang="en-IN" dirty="0"/>
          </a:p>
          <a:p>
            <a:r>
              <a:rPr lang="en-IN" dirty="0"/>
              <a:t>Each point represents one image in high-dimensional feature space</a:t>
            </a:r>
          </a:p>
          <a:p>
            <a:r>
              <a:rPr lang="en-IN" dirty="0" err="1"/>
              <a:t>Colors</a:t>
            </a:r>
            <a:r>
              <a:rPr lang="en-IN" dirty="0"/>
              <a:t> represent different disease classes</a:t>
            </a:r>
          </a:p>
          <a:p>
            <a:r>
              <a:rPr lang="en-IN" dirty="0"/>
              <a:t>Overlapping clusters indicate visually similar diseases</a:t>
            </a:r>
          </a:p>
          <a:p>
            <a:r>
              <a:rPr lang="en-IN" dirty="0"/>
              <a:t>Well-separated clusters indicate distinct disease features</a:t>
            </a:r>
          </a:p>
          <a:p>
            <a:endParaRPr lang="en-IN" dirty="0"/>
          </a:p>
          <a:p>
            <a:r>
              <a:rPr lang="en-IN" b="1" dirty="0"/>
              <a:t>Class Distribution Plots:</a:t>
            </a:r>
            <a:endParaRPr lang="en-IN" dirty="0"/>
          </a:p>
          <a:p>
            <a:r>
              <a:rPr lang="en-IN" dirty="0"/>
              <a:t>Before Balancing: One class dominated with ~2000+ images; some classes had &lt;50 images</a:t>
            </a:r>
          </a:p>
          <a:p>
            <a:r>
              <a:rPr lang="en-IN" dirty="0"/>
              <a:t>After Balancing: Each class has minimum 100 images</a:t>
            </a:r>
          </a:p>
          <a:p>
            <a:r>
              <a:rPr lang="en-IN" dirty="0"/>
              <a:t>Bar Chart: Balanced across 42 classes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FD554-421B-1CFC-2BE0-DD7E154C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F6702-CE11-0738-8B06-F67C6744B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C00A8-C175-EB7C-B0E9-C941B280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8854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B24D-3A90-E582-DF94-A3CB8C158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59122-7C26-7EC3-9A14-EAB62BAD4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Why EfficientNet-B0?</a:t>
            </a:r>
            <a:endParaRPr lang="en-IN" dirty="0"/>
          </a:p>
          <a:p>
            <a:r>
              <a:rPr lang="en-IN" dirty="0"/>
              <a:t>Scales width, depth, and resolution systematically for optimal performance</a:t>
            </a:r>
          </a:p>
          <a:p>
            <a:r>
              <a:rPr lang="en-IN" dirty="0"/>
              <a:t>Lightweight architecture suitable for mobile/edge deployment</a:t>
            </a:r>
          </a:p>
          <a:p>
            <a:r>
              <a:rPr lang="en-IN" dirty="0"/>
              <a:t>Pretrained on ImageNet enables effective transfer learning</a:t>
            </a:r>
          </a:p>
          <a:p>
            <a:r>
              <a:rPr lang="en-IN" dirty="0"/>
              <a:t>Balances accuracy and computational efficiency</a:t>
            </a:r>
          </a:p>
          <a:p>
            <a:r>
              <a:rPr lang="en-IN" dirty="0"/>
              <a:t>Fine-tuned on 42 classes → 93.4% test accuracy</a:t>
            </a:r>
          </a:p>
          <a:p>
            <a:endParaRPr lang="en-IN" dirty="0"/>
          </a:p>
          <a:p>
            <a:r>
              <a:rPr lang="en-IN" b="1" dirty="0"/>
              <a:t>Alternatives Evaluated:</a:t>
            </a:r>
            <a:endParaRPr lang="en-IN" dirty="0"/>
          </a:p>
          <a:p>
            <a:r>
              <a:rPr lang="en-IN" dirty="0"/>
              <a:t>ResNet50 – Higher accuracy but slower and larger (not suitable for mobile)</a:t>
            </a:r>
          </a:p>
          <a:p>
            <a:r>
              <a:rPr lang="en-IN" dirty="0"/>
              <a:t>MobileNetV2 – Faster but lower accuracy on fine-grained disease classes</a:t>
            </a:r>
          </a:p>
          <a:p>
            <a:r>
              <a:rPr lang="en-IN" dirty="0"/>
              <a:t>Vision Transformer (</a:t>
            </a:r>
            <a:r>
              <a:rPr lang="en-IN" dirty="0" err="1"/>
              <a:t>ViT</a:t>
            </a:r>
            <a:r>
              <a:rPr lang="en-IN" dirty="0"/>
              <a:t>) – Higher compute, not practical for edge deployment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65007-424B-12D1-0F49-F7D3FDF78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67F1B-325D-A256-EC96-FF3CD5D2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D1689-713B-0724-35AF-D8E9C0D02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91399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2845-696E-8F21-52F2-728CFFC1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A4388-98E8-5D4B-735D-2D5098A4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Backbone: </a:t>
            </a:r>
            <a:r>
              <a:rPr lang="en-IN" dirty="0"/>
              <a:t>EfficientNet-B0 pretrained on ImageNet</a:t>
            </a:r>
          </a:p>
          <a:p>
            <a:r>
              <a:rPr lang="en-IN" b="1" dirty="0"/>
              <a:t>Transfer Learning: </a:t>
            </a:r>
            <a:r>
              <a:rPr lang="en-IN" dirty="0"/>
              <a:t>Fine-tuned on 42 disease classes</a:t>
            </a:r>
          </a:p>
          <a:p>
            <a:r>
              <a:rPr lang="en-IN" b="1" dirty="0"/>
              <a:t>Global Average Pooling: </a:t>
            </a:r>
            <a:r>
              <a:rPr lang="en-IN" dirty="0"/>
              <a:t>Reduces spatial dimensions, prevents overfitting</a:t>
            </a:r>
          </a:p>
          <a:p>
            <a:r>
              <a:rPr lang="en-IN" b="1" dirty="0"/>
              <a:t>Dense Layer: </a:t>
            </a:r>
            <a:r>
              <a:rPr lang="en-IN" dirty="0"/>
              <a:t>128 units with </a:t>
            </a:r>
            <a:r>
              <a:rPr lang="en-IN" dirty="0" err="1"/>
              <a:t>ReLU</a:t>
            </a:r>
            <a:r>
              <a:rPr lang="en-IN" dirty="0"/>
              <a:t> activation</a:t>
            </a:r>
          </a:p>
          <a:p>
            <a:r>
              <a:rPr lang="en-IN" b="1" dirty="0"/>
              <a:t>Dropout:</a:t>
            </a:r>
            <a:r>
              <a:rPr lang="en-IN" dirty="0"/>
              <a:t> 0.5 rate for regularization</a:t>
            </a:r>
          </a:p>
          <a:p>
            <a:r>
              <a:rPr lang="en-IN" b="1" dirty="0"/>
              <a:t>Output Layer: </a:t>
            </a:r>
            <a:r>
              <a:rPr lang="en-IN" dirty="0"/>
              <a:t>42 units with </a:t>
            </a:r>
            <a:r>
              <a:rPr lang="en-IN" dirty="0" err="1"/>
              <a:t>Softmax</a:t>
            </a:r>
            <a:r>
              <a:rPr lang="en-IN" dirty="0"/>
              <a:t> activation</a:t>
            </a:r>
          </a:p>
          <a:p>
            <a:r>
              <a:rPr lang="en-IN" b="1" dirty="0"/>
              <a:t>Loss Function: </a:t>
            </a:r>
            <a:r>
              <a:rPr lang="en-IN" dirty="0"/>
              <a:t>Categorical </a:t>
            </a:r>
            <a:r>
              <a:rPr lang="en-IN" dirty="0" err="1"/>
              <a:t>Crossentropy</a:t>
            </a:r>
            <a:endParaRPr lang="en-IN" dirty="0"/>
          </a:p>
          <a:p>
            <a:r>
              <a:rPr lang="en-IN" b="1" dirty="0"/>
              <a:t>Optimizer: </a:t>
            </a:r>
            <a:r>
              <a:rPr lang="en-IN" dirty="0"/>
              <a:t>Adam with learning rate scheduler (initial </a:t>
            </a:r>
            <a:r>
              <a:rPr lang="en-IN" dirty="0" err="1"/>
              <a:t>lr</a:t>
            </a:r>
            <a:r>
              <a:rPr lang="en-IN" dirty="0"/>
              <a:t> = 1e-4)</a:t>
            </a:r>
          </a:p>
          <a:p>
            <a:r>
              <a:rPr lang="en-IN" b="1" dirty="0"/>
              <a:t>Batch Size: </a:t>
            </a:r>
            <a:r>
              <a:rPr lang="en-IN" dirty="0"/>
              <a:t>32</a:t>
            </a:r>
          </a:p>
          <a:p>
            <a:r>
              <a:rPr lang="en-IN" b="1" dirty="0"/>
              <a:t>Epochs: </a:t>
            </a:r>
            <a:r>
              <a:rPr lang="en-IN" dirty="0"/>
              <a:t>10 with early stopping (patience = 3)</a:t>
            </a:r>
          </a:p>
          <a:p>
            <a:r>
              <a:rPr lang="en-IN" b="1" dirty="0"/>
              <a:t>Explainability:</a:t>
            </a:r>
            <a:r>
              <a:rPr lang="en-IN" dirty="0"/>
              <a:t> Grad-CAM integrated to generate attention heatmaps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66820-7995-D6D2-B223-A11880818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19FB6-33D0-F424-27FC-FC5058E4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C3405-9009-1A29-25A8-04C4E29C0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12597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6580-3B77-E6AD-3FC5-CBF33FC1B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5F91F-0B0D-578B-BC58-A3496555E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Architecture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96E96-2BE5-9CA8-7525-EDCD90B88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24ECA-9FEA-4946-0C41-89736B5F7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D16C9-BBE9-E00B-AF2C-8A5B3AC41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b="1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CFC27B8-A65C-6E53-0FA6-87FC1C3F8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6758" y="1632108"/>
            <a:ext cx="7324297" cy="471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454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B479-67D4-B4A6-D356-0DF39780C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C3F7C-E814-85BB-C6D2-7F21D8269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IN" b="1" dirty="0"/>
              <a:t>Language:</a:t>
            </a:r>
            <a:r>
              <a:rPr lang="en-IN" dirty="0"/>
              <a:t> Python 3.10+</a:t>
            </a:r>
          </a:p>
          <a:p>
            <a:r>
              <a:rPr lang="en-IN" b="1" dirty="0"/>
              <a:t>Deep Learning Framework: </a:t>
            </a:r>
            <a:r>
              <a:rPr lang="en-IN" dirty="0" err="1"/>
              <a:t>PyTorch</a:t>
            </a:r>
            <a:r>
              <a:rPr lang="en-IN" dirty="0"/>
              <a:t> (</a:t>
            </a:r>
            <a:r>
              <a:rPr lang="en-IN" dirty="0" err="1"/>
              <a:t>timm</a:t>
            </a:r>
            <a:r>
              <a:rPr lang="en-IN" dirty="0"/>
              <a:t> for </a:t>
            </a:r>
            <a:r>
              <a:rPr lang="en-IN" dirty="0" err="1"/>
              <a:t>EfficientNet</a:t>
            </a:r>
            <a:r>
              <a:rPr lang="en-IN" dirty="0"/>
              <a:t>)</a:t>
            </a:r>
          </a:p>
          <a:p>
            <a:r>
              <a:rPr lang="en-IN" b="1" dirty="0"/>
              <a:t>Image Processing: </a:t>
            </a:r>
            <a:r>
              <a:rPr lang="en-IN" dirty="0"/>
              <a:t>OpenCV, Pillow, </a:t>
            </a:r>
            <a:r>
              <a:rPr lang="en-IN" dirty="0" err="1"/>
              <a:t>torchvision.transforms</a:t>
            </a:r>
            <a:endParaRPr lang="en-IN" dirty="0"/>
          </a:p>
          <a:p>
            <a:r>
              <a:rPr lang="en-IN" b="1" dirty="0"/>
              <a:t>Data Augmentation: </a:t>
            </a:r>
            <a:r>
              <a:rPr lang="en-IN" dirty="0" err="1"/>
              <a:t>torchvision</a:t>
            </a:r>
            <a:r>
              <a:rPr lang="en-IN" dirty="0"/>
              <a:t> (flip, rotation, </a:t>
            </a:r>
            <a:r>
              <a:rPr lang="en-IN" dirty="0" err="1"/>
              <a:t>color</a:t>
            </a:r>
            <a:r>
              <a:rPr lang="en-IN" dirty="0"/>
              <a:t> jitter)</a:t>
            </a:r>
          </a:p>
          <a:p>
            <a:r>
              <a:rPr lang="en-IN" b="1" dirty="0"/>
              <a:t>Visualization: </a:t>
            </a:r>
            <a:r>
              <a:rPr lang="en-IN" dirty="0"/>
              <a:t>Matplotlib, Seaborn</a:t>
            </a:r>
          </a:p>
          <a:p>
            <a:r>
              <a:rPr lang="en-IN" b="1" dirty="0"/>
              <a:t>Explainability: </a:t>
            </a:r>
            <a:r>
              <a:rPr lang="en-IN" dirty="0"/>
              <a:t>Grad-CAM (custom </a:t>
            </a:r>
            <a:r>
              <a:rPr lang="en-IN" dirty="0" err="1"/>
              <a:t>PyTorch</a:t>
            </a:r>
            <a:r>
              <a:rPr lang="en-IN" dirty="0"/>
              <a:t> implementation)</a:t>
            </a:r>
          </a:p>
          <a:p>
            <a:r>
              <a:rPr lang="en-IN" b="1" dirty="0"/>
              <a:t>Web Scraping: </a:t>
            </a:r>
            <a:r>
              <a:rPr lang="en-IN" dirty="0" err="1"/>
              <a:t>BeautifulSoup</a:t>
            </a:r>
            <a:r>
              <a:rPr lang="en-IN" dirty="0"/>
              <a:t>, Requests (DuckDuckGo search)</a:t>
            </a:r>
          </a:p>
          <a:p>
            <a:r>
              <a:rPr lang="en-IN" b="1" dirty="0"/>
              <a:t>Caching: </a:t>
            </a:r>
            <a:r>
              <a:rPr lang="en-IN" dirty="0"/>
              <a:t>JSON-based custom cache system</a:t>
            </a:r>
          </a:p>
          <a:p>
            <a:r>
              <a:rPr lang="en-IN" b="1" dirty="0"/>
              <a:t>Metrics &amp; Utilities: </a:t>
            </a:r>
            <a:r>
              <a:rPr lang="en-IN" dirty="0"/>
              <a:t>scikit-learn, NumPy, Pandas</a:t>
            </a:r>
          </a:p>
          <a:p>
            <a:r>
              <a:rPr lang="en-IN" b="1" dirty="0"/>
              <a:t>Development Environment: </a:t>
            </a:r>
            <a:r>
              <a:rPr lang="en-IN" dirty="0"/>
              <a:t>VS Code, Google </a:t>
            </a:r>
            <a:r>
              <a:rPr lang="en-IN" dirty="0" err="1"/>
              <a:t>Colab</a:t>
            </a:r>
            <a:r>
              <a:rPr lang="en-IN" dirty="0"/>
              <a:t> (GPU)</a:t>
            </a:r>
          </a:p>
          <a:p>
            <a:r>
              <a:rPr lang="en-IN" b="1" dirty="0"/>
              <a:t>Frontend: </a:t>
            </a:r>
            <a:r>
              <a:rPr lang="en-IN" dirty="0"/>
              <a:t>React.js, </a:t>
            </a:r>
            <a:r>
              <a:rPr lang="en-IN" dirty="0" err="1"/>
              <a:t>Vercel</a:t>
            </a:r>
            <a:endParaRPr lang="en-IN" dirty="0"/>
          </a:p>
          <a:p>
            <a:r>
              <a:rPr lang="en-IN" b="1" dirty="0"/>
              <a:t>Backend:</a:t>
            </a:r>
            <a:r>
              <a:rPr lang="en-IN" dirty="0"/>
              <a:t> </a:t>
            </a:r>
            <a:r>
              <a:rPr lang="en-IN" dirty="0" err="1"/>
              <a:t>FastAPI</a:t>
            </a:r>
            <a:r>
              <a:rPr lang="en-IN" dirty="0"/>
              <a:t>, Hugging Face Spaces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A5AC-5581-F0A1-D798-425684B12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78B11-B9C2-A54A-7369-0BEFDC21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7CE1C-247A-39BF-F58D-0A072A8D7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8584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06028-C877-255F-44AA-A12ADC3DA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Platform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7181A-93E1-8206-5B1C-FE289A0B2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IN" b="1" dirty="0"/>
              <a:t>Development Environment: </a:t>
            </a:r>
            <a:r>
              <a:rPr lang="en-IN" dirty="0"/>
              <a:t>VS Code / Google </a:t>
            </a:r>
            <a:r>
              <a:rPr lang="en-IN" dirty="0" err="1"/>
              <a:t>Colab</a:t>
            </a:r>
            <a:r>
              <a:rPr lang="en-IN" dirty="0"/>
              <a:t> Pro (GPU access)</a:t>
            </a:r>
          </a:p>
          <a:p>
            <a:r>
              <a:rPr lang="en-IN" b="1" dirty="0"/>
              <a:t>Hardware:</a:t>
            </a:r>
            <a:r>
              <a:rPr lang="en-IN" dirty="0"/>
              <a:t> NVIDIA GPU (T4 / A100 during training)</a:t>
            </a:r>
          </a:p>
          <a:p>
            <a:r>
              <a:rPr lang="en-IN" b="1" dirty="0"/>
              <a:t>Training Time: </a:t>
            </a:r>
            <a:r>
              <a:rPr lang="en-IN" dirty="0"/>
              <a:t>~6–7 minutes per epoch on </a:t>
            </a:r>
            <a:r>
              <a:rPr lang="en-IN" dirty="0" err="1"/>
              <a:t>Colab</a:t>
            </a:r>
            <a:r>
              <a:rPr lang="en-IN" dirty="0"/>
              <a:t> T4 GPU</a:t>
            </a:r>
          </a:p>
          <a:p>
            <a:r>
              <a:rPr lang="en-IN" b="1" dirty="0"/>
              <a:t>Total Training: </a:t>
            </a:r>
            <a:r>
              <a:rPr lang="en-IN" dirty="0"/>
              <a:t>~1-1.5 hours for 10 epochs</a:t>
            </a:r>
          </a:p>
          <a:p>
            <a:r>
              <a:rPr lang="en-IN" b="1" dirty="0"/>
              <a:t>Inference Time: </a:t>
            </a:r>
            <a:r>
              <a:rPr lang="en-IN" dirty="0"/>
              <a:t>less than 0.3 seconds per image on GPU</a:t>
            </a:r>
          </a:p>
          <a:p>
            <a:r>
              <a:rPr lang="en-IN" b="1" dirty="0"/>
              <a:t>Backend Deployment:</a:t>
            </a:r>
            <a:r>
              <a:rPr lang="en-IN" dirty="0"/>
              <a:t> Hugging Face Spaces</a:t>
            </a:r>
          </a:p>
          <a:p>
            <a:r>
              <a:rPr lang="en-IN" b="1" dirty="0"/>
              <a:t>Frontend Deployment: </a:t>
            </a:r>
            <a:r>
              <a:rPr lang="en-IN" dirty="0" err="1"/>
              <a:t>Vercel</a:t>
            </a:r>
            <a:endParaRPr lang="en-IN" dirty="0"/>
          </a:p>
          <a:p>
            <a:r>
              <a:rPr lang="en-IN" b="1" dirty="0"/>
              <a:t>Live URL: </a:t>
            </a:r>
            <a:r>
              <a:rPr lang="en-IN" u="sng" dirty="0">
                <a:hlinkClick r:id="rId3"/>
              </a:rPr>
              <a:t>https://agro-gpt-a-multimodal-disease-under.vercel.app/</a:t>
            </a:r>
            <a:endParaRPr lang="en-IN" dirty="0"/>
          </a:p>
          <a:p>
            <a:r>
              <a:rPr lang="en-IN" b="1" dirty="0"/>
              <a:t>Mobile Deployment: </a:t>
            </a:r>
            <a:r>
              <a:rPr lang="en-IN" dirty="0"/>
              <a:t>TensorFlow Lite / </a:t>
            </a:r>
            <a:r>
              <a:rPr lang="en-IN" dirty="0" err="1"/>
              <a:t>PyTorch</a:t>
            </a:r>
            <a:r>
              <a:rPr lang="en-IN" dirty="0"/>
              <a:t> Mobile (future scope)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06C28-1E49-EFFB-F02C-A7A421F2D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B1DF-531C-750E-41C3-3724664A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26A5F-D640-6A0F-5126-DF8ECEB4C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37304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E1A6E-5B4A-008A-5B47-21539A6B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83975-25EA-A4F4-E178-026B788F0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MODEL PERFORMANCE</a:t>
            </a:r>
            <a:endParaRPr lang="en-IN" dirty="0"/>
          </a:p>
          <a:p>
            <a:r>
              <a:rPr lang="en-IN" b="1" dirty="0"/>
              <a:t>Test Accuracy: </a:t>
            </a:r>
            <a:r>
              <a:rPr lang="en-IN" dirty="0"/>
              <a:t>~93.4% (fine-tuned EfficientNet-B0 on 42 classes)</a:t>
            </a:r>
          </a:p>
          <a:p>
            <a:r>
              <a:rPr lang="en-IN" b="1" dirty="0"/>
              <a:t>Dataset: </a:t>
            </a:r>
            <a:r>
              <a:rPr lang="en-IN" dirty="0"/>
              <a:t>14,836 images, 42 disease classes</a:t>
            </a:r>
          </a:p>
          <a:p>
            <a:r>
              <a:rPr lang="en-IN" b="1" dirty="0"/>
              <a:t>Imbalance Ratio: </a:t>
            </a:r>
            <a:r>
              <a:rPr lang="en-IN" dirty="0"/>
              <a:t>~6.4 (after balancing)</a:t>
            </a:r>
          </a:p>
          <a:p>
            <a:endParaRPr lang="en-IN" dirty="0"/>
          </a:p>
          <a:p>
            <a:r>
              <a:rPr lang="en-IN" b="1" dirty="0"/>
              <a:t>Key Metrics:</a:t>
            </a:r>
            <a:endParaRPr lang="en-IN" dirty="0"/>
          </a:p>
          <a:p>
            <a:r>
              <a:rPr lang="en-IN" b="1" dirty="0"/>
              <a:t>Precision (macro </a:t>
            </a:r>
            <a:r>
              <a:rPr lang="en-IN" b="1" dirty="0" err="1"/>
              <a:t>avg</a:t>
            </a:r>
            <a:r>
              <a:rPr lang="en-IN" b="1" dirty="0"/>
              <a:t>): </a:t>
            </a:r>
            <a:r>
              <a:rPr lang="en-IN" dirty="0"/>
              <a:t>~0.92</a:t>
            </a:r>
          </a:p>
          <a:p>
            <a:r>
              <a:rPr lang="en-IN" b="1" dirty="0"/>
              <a:t>Recall (macro </a:t>
            </a:r>
            <a:r>
              <a:rPr lang="en-IN" b="1" dirty="0" err="1"/>
              <a:t>avg</a:t>
            </a:r>
            <a:r>
              <a:rPr lang="en-IN" b="1" dirty="0"/>
              <a:t>): </a:t>
            </a:r>
            <a:r>
              <a:rPr lang="en-IN" dirty="0"/>
              <a:t>~0.91</a:t>
            </a:r>
          </a:p>
          <a:p>
            <a:r>
              <a:rPr lang="en-IN" b="1" dirty="0"/>
              <a:t>F1-Score (macro </a:t>
            </a:r>
            <a:r>
              <a:rPr lang="en-IN" b="1" dirty="0" err="1"/>
              <a:t>avg</a:t>
            </a:r>
            <a:r>
              <a:rPr lang="en-IN" b="1" dirty="0"/>
              <a:t>): </a:t>
            </a:r>
            <a:r>
              <a:rPr lang="en-IN" dirty="0"/>
              <a:t>~0.92</a:t>
            </a:r>
          </a:p>
          <a:p>
            <a:r>
              <a:rPr lang="en-IN" b="1" dirty="0"/>
              <a:t>AUC-ROC: </a:t>
            </a:r>
            <a:r>
              <a:rPr lang="en-IN" dirty="0"/>
              <a:t>~0.96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B42F3-5FCB-EEE6-C894-247C28A8C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5BBBC-65B1-22C1-1AFF-557BA79A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99474-0190-12FF-9BB3-53198BC13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76809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182D0-D960-A528-97C5-1950887C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9F193-5B66-EBA0-F901-8044E52CA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DC0D9-7AAF-06B9-DF79-6A892BA09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Confusion Matrix Analysis:</a:t>
            </a:r>
            <a:endParaRPr lang="en-IN" dirty="0"/>
          </a:p>
          <a:p>
            <a:r>
              <a:rPr lang="en-IN" dirty="0"/>
              <a:t>High diagonal values for most classes</a:t>
            </a:r>
          </a:p>
          <a:p>
            <a:r>
              <a:rPr lang="en-IN" dirty="0"/>
              <a:t>Confusions: Early Blight ↔ Late Blight (visually similar diseases)</a:t>
            </a:r>
          </a:p>
          <a:p>
            <a:r>
              <a:rPr lang="en-IN" dirty="0"/>
              <a:t>Some minority classes still underperform but improved</a:t>
            </a:r>
          </a:p>
          <a:p>
            <a:r>
              <a:rPr lang="en-IN" b="1" dirty="0"/>
              <a:t>Crop-Aware Prediction Benefit:</a:t>
            </a:r>
            <a:endParaRPr lang="en-IN" dirty="0"/>
          </a:p>
          <a:p>
            <a:r>
              <a:rPr lang="en-IN" dirty="0"/>
              <a:t>User selects crop → model predicts only within that crop</a:t>
            </a:r>
          </a:p>
          <a:p>
            <a:r>
              <a:rPr lang="en-IN" dirty="0"/>
              <a:t>Eliminates cross-crop misclassification completely</a:t>
            </a:r>
          </a:p>
          <a:p>
            <a:r>
              <a:rPr lang="en-IN" b="1" dirty="0"/>
              <a:t>Grad-CAM Validation:</a:t>
            </a:r>
            <a:endParaRPr lang="en-IN" dirty="0"/>
          </a:p>
          <a:p>
            <a:r>
              <a:rPr lang="en-IN" dirty="0"/>
              <a:t>Heatmaps correctly highlight lesion regions on leaves</a:t>
            </a:r>
          </a:p>
          <a:p>
            <a:r>
              <a:rPr lang="en-IN" b="1" dirty="0"/>
              <a:t>Training Curves:</a:t>
            </a:r>
            <a:endParaRPr lang="en-IN" dirty="0"/>
          </a:p>
          <a:p>
            <a:r>
              <a:rPr lang="en-IN" dirty="0"/>
              <a:t>Stable convergence with minimal overfitting</a:t>
            </a:r>
          </a:p>
          <a:p>
            <a:r>
              <a:rPr lang="en-IN" dirty="0"/>
              <a:t>Results are robust and ready for deployment</a:t>
            </a:r>
            <a:endParaRPr lang="en-IN" sz="2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287BF-9547-5C29-E013-B0B8B7848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DD99-C561-ADED-E7C8-2E8CE575A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5D315-B629-4773-6EEE-804B58036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68287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8A5A4-FF0A-645B-6289-055BC3F7D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16222-DAB7-23FC-ADFD-DB7A073C0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CONFUSION MATRIX &amp; Grad-CAM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0E80D-B012-F56D-3464-A131B8FC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1B240-E5B8-B7D9-A84A-5F566A11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FD674-5330-3675-E4A6-7EA18386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b="1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B8A45FC-07E6-E6DF-83CE-E8FC7476B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966" y="1621414"/>
            <a:ext cx="5994400" cy="449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27FB7B-75AA-2C4A-1D86-58A5508EB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092" y="1823115"/>
            <a:ext cx="3881591" cy="385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006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9E5FC-BDDC-E2A0-3A16-30F9D3D13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1BE4-6B97-0C72-C4D9-D648B5691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CONFUSION MATRIX &amp; Grad-CAM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4010B08-CDA9-2BE3-5E24-DDC855777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3000" b="1" dirty="0"/>
              <a:t>Confusion Matrix:</a:t>
            </a:r>
            <a:endParaRPr lang="en-IN" sz="3000" dirty="0"/>
          </a:p>
          <a:p>
            <a:r>
              <a:rPr lang="en-IN" sz="3000" dirty="0"/>
              <a:t>Diagonal elements: Correct predictions</a:t>
            </a:r>
          </a:p>
          <a:p>
            <a:r>
              <a:rPr lang="en-IN" sz="3000" dirty="0"/>
              <a:t>Off-diagonal elements: Misclassifications</a:t>
            </a:r>
          </a:p>
          <a:p>
            <a:r>
              <a:rPr lang="en-IN" sz="3000" dirty="0"/>
              <a:t>Heatmap representation: </a:t>
            </a:r>
            <a:r>
              <a:rPr lang="en-IN" sz="3000" dirty="0" err="1"/>
              <a:t>Color</a:t>
            </a:r>
            <a:r>
              <a:rPr lang="en-IN" sz="3000" dirty="0"/>
              <a:t> intensity indicates prediction count</a:t>
            </a:r>
          </a:p>
          <a:p>
            <a:endParaRPr lang="en-IN" sz="3000" dirty="0"/>
          </a:p>
          <a:p>
            <a:r>
              <a:rPr lang="en-IN" sz="3000" b="1" dirty="0"/>
              <a:t>Grad-CAM Explainability:</a:t>
            </a:r>
            <a:endParaRPr lang="en-IN" sz="3000" dirty="0"/>
          </a:p>
          <a:p>
            <a:r>
              <a:rPr lang="en-IN" sz="3000" dirty="0"/>
              <a:t>Heatmap generated from final convolutional layer</a:t>
            </a:r>
          </a:p>
          <a:p>
            <a:r>
              <a:rPr lang="en-IN" sz="3000" dirty="0"/>
              <a:t>Overlay visualization on original leaf image</a:t>
            </a:r>
          </a:p>
          <a:p>
            <a:r>
              <a:rPr lang="en-IN" sz="3000" dirty="0"/>
              <a:t>Highlights infected regions</a:t>
            </a:r>
          </a:p>
          <a:p>
            <a:endParaRPr lang="en-IN" sz="3000" dirty="0"/>
          </a:p>
          <a:p>
            <a:r>
              <a:rPr lang="en-IN" sz="3000" b="1" dirty="0"/>
              <a:t>Why Grad-CAM is Important:</a:t>
            </a:r>
            <a:endParaRPr lang="en-IN" sz="3000" dirty="0"/>
          </a:p>
          <a:p>
            <a:r>
              <a:rPr lang="en-IN" sz="3000" dirty="0"/>
              <a:t>Improves transparency</a:t>
            </a:r>
          </a:p>
          <a:p>
            <a:r>
              <a:rPr lang="en-IN" sz="3000" dirty="0"/>
              <a:t>Increases farmer and expert trust</a:t>
            </a:r>
          </a:p>
          <a:p>
            <a:r>
              <a:rPr lang="en-IN" sz="3000" dirty="0"/>
              <a:t>Helps debug misclassifications</a:t>
            </a:r>
          </a:p>
          <a:p>
            <a:r>
              <a:rPr lang="en-IN" sz="3000" dirty="0"/>
              <a:t>Provides visual proof of model's focus areas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3016C-8268-80DF-DF56-0420629EC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16492-F085-22A2-417F-379AA0D4B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URP 4301 - Final Year Research Project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E646F-93AC-4AA2-31E3-C0658C26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761476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103A8-3AB4-5853-93A0-79E878BDE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8CC1-953C-C2C2-AD61-8D7C1B98C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KNOWLEDGE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BA990-AB7F-F4A7-F186-3DEFDA0AD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Information Retrieved:</a:t>
            </a:r>
            <a:endParaRPr lang="en-IN" dirty="0"/>
          </a:p>
          <a:p>
            <a:r>
              <a:rPr lang="en-IN" dirty="0"/>
              <a:t>Disease causes</a:t>
            </a:r>
          </a:p>
          <a:p>
            <a:r>
              <a:rPr lang="en-IN" dirty="0"/>
              <a:t>Remedies</a:t>
            </a:r>
          </a:p>
          <a:p>
            <a:r>
              <a:rPr lang="en-IN" dirty="0"/>
              <a:t>Prevention methods</a:t>
            </a:r>
          </a:p>
          <a:p>
            <a:endParaRPr lang="en-IN" dirty="0"/>
          </a:p>
          <a:p>
            <a:r>
              <a:rPr lang="en-IN" b="1" dirty="0"/>
              <a:t>Features Implemented:</a:t>
            </a:r>
            <a:endParaRPr lang="en-IN" dirty="0"/>
          </a:p>
          <a:p>
            <a:r>
              <a:rPr lang="en-IN" dirty="0"/>
              <a:t>Dynamic information retrieval</a:t>
            </a:r>
          </a:p>
          <a:p>
            <a:r>
              <a:rPr lang="en-IN" dirty="0"/>
              <a:t>Caching support for efficiency</a:t>
            </a:r>
          </a:p>
          <a:p>
            <a:r>
              <a:rPr lang="en-IN" dirty="0"/>
              <a:t>Lightweight implementation</a:t>
            </a:r>
          </a:p>
          <a:p>
            <a:r>
              <a:rPr lang="en-IN" dirty="0"/>
              <a:t>Fallback when scraping fails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81828-FD8A-D8A8-059C-EE596E52F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92483-FDB5-8767-5CB6-928979F7E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URP 4301 - Final Year Research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F7BC0-47EF-EF1F-896E-2FD29748C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377534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E774D-C0BA-15F5-951E-3EA0B1C6E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KNOWLEDGE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87949-2D11-50D2-E791-5FDB24B24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Purpose:</a:t>
            </a:r>
            <a:endParaRPr lang="en-IN" dirty="0"/>
          </a:p>
          <a:p>
            <a:r>
              <a:rPr lang="en-IN" dirty="0"/>
              <a:t>Provide dynamic, up-to-date agricultural information</a:t>
            </a:r>
          </a:p>
          <a:p>
            <a:r>
              <a:rPr lang="en-IN" dirty="0"/>
              <a:t>Not static JSON – fetches live data from internet</a:t>
            </a:r>
          </a:p>
          <a:p>
            <a:endParaRPr lang="en-IN" dirty="0"/>
          </a:p>
          <a:p>
            <a:r>
              <a:rPr lang="en-IN" b="1" dirty="0"/>
              <a:t>Technologies Used:</a:t>
            </a:r>
            <a:endParaRPr lang="en-IN" dirty="0"/>
          </a:p>
          <a:p>
            <a:r>
              <a:rPr lang="en-IN" dirty="0" err="1"/>
              <a:t>BeautifulSoup</a:t>
            </a:r>
            <a:r>
              <a:rPr lang="en-IN" dirty="0"/>
              <a:t> (web scraping)</a:t>
            </a:r>
          </a:p>
          <a:p>
            <a:r>
              <a:rPr lang="en-IN" dirty="0"/>
              <a:t>Requests (HTTP calls)</a:t>
            </a:r>
          </a:p>
          <a:p>
            <a:r>
              <a:rPr lang="en-IN" dirty="0"/>
              <a:t>DuckDuckGo search</a:t>
            </a:r>
          </a:p>
          <a:p>
            <a:r>
              <a:rPr lang="en-IN" dirty="0"/>
              <a:t>JSON cache system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2687-8597-BE95-5B83-AB890D896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1363F-231D-BE96-CC74-30F0A0CCC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868BF-7C7E-BDBF-BC1C-EC6B1E017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59828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B61A4-12EB-0052-2808-A1B12519B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BACKEND &amp; FRONTEND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905ED-A085-39B1-AEBE-98B2827AD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Backend (</a:t>
            </a:r>
            <a:r>
              <a:rPr lang="en-IN" b="1" dirty="0" err="1"/>
              <a:t>FastAPI</a:t>
            </a:r>
            <a:r>
              <a:rPr lang="en-IN" b="1" dirty="0"/>
              <a:t>):</a:t>
            </a:r>
            <a:endParaRPr lang="en-IN" dirty="0"/>
          </a:p>
          <a:p>
            <a:r>
              <a:rPr lang="en-IN" dirty="0"/>
              <a:t>Framework: </a:t>
            </a:r>
            <a:r>
              <a:rPr lang="en-IN" dirty="0" err="1"/>
              <a:t>FastAPI</a:t>
            </a:r>
            <a:endParaRPr lang="en-IN" dirty="0"/>
          </a:p>
          <a:p>
            <a:r>
              <a:rPr lang="en-IN" dirty="0"/>
              <a:t>Deployment: Hugging Face Spaces</a:t>
            </a:r>
          </a:p>
          <a:p>
            <a:r>
              <a:rPr lang="en-IN" dirty="0"/>
              <a:t>Responsibilities: Image upload, prediction API, model inference, Grad-CAM generation, knowledge retrieval, JSON response</a:t>
            </a:r>
          </a:p>
          <a:p>
            <a:r>
              <a:rPr lang="en-IN" dirty="0"/>
              <a:t>Main Modules: Prediction module, Grad-CAM module, Knowledge engine, API routes</a:t>
            </a:r>
          </a:p>
          <a:p>
            <a:endParaRPr lang="en-IN" dirty="0"/>
          </a:p>
          <a:p>
            <a:r>
              <a:rPr lang="en-IN" b="1" dirty="0"/>
              <a:t>Frontend (React.js):</a:t>
            </a:r>
            <a:endParaRPr lang="en-IN" dirty="0"/>
          </a:p>
          <a:p>
            <a:r>
              <a:rPr lang="en-IN" dirty="0"/>
              <a:t>Framework: React.js</a:t>
            </a:r>
          </a:p>
          <a:p>
            <a:r>
              <a:rPr lang="en-IN" dirty="0"/>
              <a:t>Deployment: </a:t>
            </a:r>
            <a:r>
              <a:rPr lang="en-IN" dirty="0" err="1"/>
              <a:t>Vercel</a:t>
            </a:r>
            <a:endParaRPr lang="en-IN" dirty="0"/>
          </a:p>
          <a:p>
            <a:r>
              <a:rPr lang="en-IN" dirty="0"/>
              <a:t>Key Dependencies: Axios (API calls), Tailwind CSS (styling)</a:t>
            </a:r>
          </a:p>
          <a:p>
            <a:r>
              <a:rPr lang="en-IN" dirty="0"/>
              <a:t>Features: Image upload UI, crop selection, prediction display, Grad-CAM visualization, responsive design, dark theme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4A746-E0AD-EE33-24F5-BACCD548C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96A1E-8140-44D1-04CE-143039DAE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626EB-5000-D0D7-FDEB-6B191329E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149658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CD674-E8EA-D87B-0BBC-EB9414081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DEPLOYMENT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0115C-E1D3-BC30-A498-47FED3FA8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Deployment Architecture: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3863F-69FD-38DA-CA27-521970257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F4800-4413-8945-F813-0ADB6DAD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6C940-679B-B558-0B29-EC537AC2E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704EE7-3282-F12D-454A-8212135D9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117886"/>
            <a:ext cx="8366760" cy="395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6950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C5838-CC2D-1779-BF49-46142CFDC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95E6F-B9CA-A07B-A39C-302C4421C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DEPLOYMENT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407FB-EFB0-5C26-48BC-D76D79D8A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Deployment Status:</a:t>
            </a:r>
            <a:endParaRPr lang="en-IN" dirty="0"/>
          </a:p>
          <a:p>
            <a:r>
              <a:rPr lang="en-IN" dirty="0"/>
              <a:t>Frontend: </a:t>
            </a:r>
            <a:r>
              <a:rPr lang="en-IN" dirty="0" err="1"/>
              <a:t>Vercel</a:t>
            </a:r>
            <a:r>
              <a:rPr lang="en-IN" dirty="0"/>
              <a:t> – Live</a:t>
            </a:r>
          </a:p>
          <a:p>
            <a:r>
              <a:rPr lang="en-IN" dirty="0"/>
              <a:t>Backend: Hugging Face Spaces – Live</a:t>
            </a:r>
          </a:p>
          <a:p>
            <a:r>
              <a:rPr lang="en-IN" dirty="0"/>
              <a:t>Source Code: GitHub – Version Controlled</a:t>
            </a:r>
          </a:p>
          <a:p>
            <a:r>
              <a:rPr lang="en-IN" b="1" dirty="0"/>
              <a:t>Live Demo:</a:t>
            </a:r>
            <a:endParaRPr lang="en-IN" dirty="0"/>
          </a:p>
          <a:p>
            <a:r>
              <a:rPr lang="en-IN" u="sng" dirty="0">
                <a:hlinkClick r:id="rId2"/>
              </a:rPr>
              <a:t>https://agro-gpt-a-multimodal-disease-under.vercel.app/</a:t>
            </a:r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D18A5-FEEA-A2C7-F4C1-8523A3252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6FA2B-BD19-4B88-507D-DA904867D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DB912-3260-036C-04BE-DEEA9E115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94239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F5DF1-7776-3448-1D20-3A1ADB6E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FINAL IMPLEMENTED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3A06A-7368-FAB0-3CCD-268D0823E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pPr lvl="0"/>
            <a:r>
              <a:rPr lang="en-IN" dirty="0"/>
              <a:t>Plant Disease Detection using EfficientNet-B0</a:t>
            </a:r>
          </a:p>
          <a:p>
            <a:pPr lvl="0"/>
            <a:r>
              <a:rPr lang="en-IN" dirty="0"/>
              <a:t>Transfer Learning based image classification</a:t>
            </a:r>
          </a:p>
          <a:p>
            <a:pPr lvl="0"/>
            <a:r>
              <a:rPr lang="en-IN" dirty="0"/>
              <a:t>Grad-CAM Explainability Visualization</a:t>
            </a:r>
          </a:p>
          <a:p>
            <a:pPr lvl="0"/>
            <a:r>
              <a:rPr lang="en-IN" dirty="0"/>
              <a:t>Crop-aware prediction filtering</a:t>
            </a:r>
          </a:p>
          <a:p>
            <a:pPr lvl="0"/>
            <a:r>
              <a:rPr lang="en-IN" dirty="0"/>
              <a:t>Dynamic agricultural knowledge engine</a:t>
            </a:r>
          </a:p>
          <a:p>
            <a:pPr lvl="0"/>
            <a:r>
              <a:rPr lang="en-IN" dirty="0"/>
              <a:t>Cause, remedy, and prevention generation</a:t>
            </a:r>
          </a:p>
          <a:p>
            <a:pPr lvl="0"/>
            <a:r>
              <a:rPr lang="en-IN" dirty="0" err="1"/>
              <a:t>FastAPI</a:t>
            </a:r>
            <a:r>
              <a:rPr lang="en-IN" dirty="0"/>
              <a:t> backend</a:t>
            </a:r>
          </a:p>
          <a:p>
            <a:pPr lvl="0"/>
            <a:r>
              <a:rPr lang="en-IN" dirty="0"/>
              <a:t>React frontend</a:t>
            </a:r>
          </a:p>
          <a:p>
            <a:pPr lvl="0"/>
            <a:r>
              <a:rPr lang="en-IN" dirty="0"/>
              <a:t>Hugging Face backend deployment</a:t>
            </a:r>
          </a:p>
          <a:p>
            <a:pPr lvl="0"/>
            <a:r>
              <a:rPr lang="en-IN" dirty="0" err="1"/>
              <a:t>Vercel</a:t>
            </a:r>
            <a:r>
              <a:rPr lang="en-IN" dirty="0"/>
              <a:t> frontend deployment</a:t>
            </a:r>
          </a:p>
          <a:p>
            <a:pPr lvl="0"/>
            <a:r>
              <a:rPr lang="en-IN" dirty="0"/>
              <a:t>Confidence-based prediction workflow</a:t>
            </a:r>
          </a:p>
          <a:p>
            <a:pPr lvl="0"/>
            <a:r>
              <a:rPr lang="en-IN" dirty="0"/>
              <a:t>Image preprocessing pipeline</a:t>
            </a:r>
          </a:p>
          <a:p>
            <a:pPr lvl="0"/>
            <a:r>
              <a:rPr lang="en-IN" dirty="0"/>
              <a:t>Exploratory Data Analysis (EDA)</a:t>
            </a:r>
          </a:p>
          <a:p>
            <a:pPr lvl="0"/>
            <a:r>
              <a:rPr lang="en-IN" dirty="0"/>
              <a:t>Real-world dataset handling</a:t>
            </a:r>
          </a:p>
          <a:p>
            <a:pPr lvl="0"/>
            <a:r>
              <a:rPr lang="en-IN" dirty="0"/>
              <a:t>Dynamic web scraping + caching system</a:t>
            </a:r>
          </a:p>
          <a:p>
            <a:pPr lvl="0"/>
            <a:r>
              <a:rPr lang="en-IN" dirty="0"/>
              <a:t>Modular AI architecture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69905-0420-9C09-199B-9CEBB8737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C3690-2494-9DD7-90C2-AA68A4254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05144-31B0-E0A2-D79D-9361F4343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832729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0F9D-2BA5-FAD2-F46E-D009BB352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SYSTEM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1B3C7-E422-A4EF-52C0-8D9C6DC8E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1:</a:t>
            </a:r>
            <a:r>
              <a:rPr lang="en-IN" dirty="0"/>
              <a:t> User uploads plant leaf image via React frontend</a:t>
            </a:r>
          </a:p>
          <a:p>
            <a:r>
              <a:rPr lang="en-IN" b="1" dirty="0"/>
              <a:t>Step 2: </a:t>
            </a:r>
            <a:r>
              <a:rPr lang="en-IN" dirty="0"/>
              <a:t>Image preprocessing (resize 224×224, normalize)</a:t>
            </a:r>
          </a:p>
          <a:p>
            <a:r>
              <a:rPr lang="en-IN" b="1" dirty="0"/>
              <a:t>Step 3:</a:t>
            </a:r>
            <a:r>
              <a:rPr lang="en-IN" dirty="0"/>
              <a:t> Crop-aware filtering applied based on user selection</a:t>
            </a:r>
          </a:p>
          <a:p>
            <a:r>
              <a:rPr lang="en-IN" b="1" dirty="0"/>
              <a:t>Step 4:</a:t>
            </a:r>
            <a:r>
              <a:rPr lang="en-IN" dirty="0"/>
              <a:t> EfficientNet-B0 predicts disease class</a:t>
            </a:r>
          </a:p>
          <a:p>
            <a:r>
              <a:rPr lang="en-IN" b="1" dirty="0"/>
              <a:t>Step 5:</a:t>
            </a:r>
            <a:r>
              <a:rPr lang="en-IN" dirty="0"/>
              <a:t> Confidence score generated</a:t>
            </a:r>
          </a:p>
          <a:p>
            <a:r>
              <a:rPr lang="en-IN" b="1" dirty="0"/>
              <a:t>Step 6:</a:t>
            </a:r>
            <a:r>
              <a:rPr lang="en-IN" dirty="0"/>
              <a:t> Grad-CAM heatmap generated from final layer</a:t>
            </a:r>
          </a:p>
          <a:p>
            <a:r>
              <a:rPr lang="en-IN" b="1" dirty="0"/>
              <a:t>Step 7: </a:t>
            </a:r>
            <a:r>
              <a:rPr lang="en-IN" dirty="0"/>
              <a:t>Knowledge engine retrieves cause, remedy, prevention</a:t>
            </a:r>
          </a:p>
          <a:p>
            <a:r>
              <a:rPr lang="en-IN" b="1" dirty="0"/>
              <a:t>Step 8:</a:t>
            </a:r>
            <a:r>
              <a:rPr lang="en-IN" dirty="0"/>
              <a:t> </a:t>
            </a:r>
            <a:r>
              <a:rPr lang="en-IN" dirty="0" err="1"/>
              <a:t>FastAPI</a:t>
            </a:r>
            <a:r>
              <a:rPr lang="en-IN" dirty="0"/>
              <a:t> backend prepares JSON response</a:t>
            </a:r>
          </a:p>
          <a:p>
            <a:r>
              <a:rPr lang="en-IN" b="1" dirty="0"/>
              <a:t>Step 9:</a:t>
            </a:r>
            <a:r>
              <a:rPr lang="en-IN" dirty="0"/>
              <a:t> React frontend displays disease name, confidence, heatmap, cause, remedy, prevention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3CE0B-503B-3012-9910-E40F6BB84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E1695-DAA4-C118-1970-971A76686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022DB-BD4C-02DD-DAA5-D398AF12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226113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7F478-C41E-366B-A87C-B124514C5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6C50D-290B-29BD-B428-DC7EF67CA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an AI-based plant disease detection system using EfficientNet-B0 transfer learning.</a:t>
            </a:r>
          </a:p>
          <a:p>
            <a:r>
              <a:rPr lang="en-US" dirty="0"/>
              <a:t>Combined multiple agricultural datasets to create a balanced dataset of 14,836 images across 42 classes.</a:t>
            </a:r>
          </a:p>
          <a:p>
            <a:r>
              <a:rPr lang="en-US" dirty="0"/>
              <a:t>Implemented advanced preprocessing and augmentation techniques to improve model generalization.</a:t>
            </a:r>
          </a:p>
          <a:p>
            <a:r>
              <a:rPr lang="en-US" dirty="0"/>
              <a:t>Achieved approximately 93.4% test accuracy with strong Precision, Recall, and F1-Score performance.</a:t>
            </a:r>
          </a:p>
          <a:p>
            <a:r>
              <a:rPr lang="en-US" dirty="0"/>
              <a:t>Added uncertainty-aware prediction logic to improve prediction reliability and reduce false confidence.</a:t>
            </a:r>
          </a:p>
          <a:p>
            <a:r>
              <a:rPr lang="en-US" dirty="0"/>
              <a:t>Integrated Grad-CAM explainability for visual interpretation of infected leaf regions.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4DB45-AF08-AB43-8F35-1001EB4EF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1D3F4-CC3B-4D96-B9A7-B1F3DDE0A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D69AB-0736-0AB1-CB84-C087BA9C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986815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DE5E9-EC8E-F187-9A3A-3ACEB12B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3BD2A-A9C3-3D53-C3A5-BE149C5C1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a dynamic disease knowledge engine providing cause, remedy, and prevention suggestions.</a:t>
            </a:r>
          </a:p>
          <a:p>
            <a:r>
              <a:rPr lang="en-US" dirty="0"/>
              <a:t>Successfully deployed the system using </a:t>
            </a:r>
            <a:r>
              <a:rPr lang="en-US" dirty="0" err="1"/>
              <a:t>FastAPI</a:t>
            </a:r>
            <a:r>
              <a:rPr lang="en-US" dirty="0"/>
              <a:t> backend, React frontend, Hugging Face, and </a:t>
            </a:r>
            <a:r>
              <a:rPr lang="en-US" dirty="0" err="1"/>
              <a:t>Vercel</a:t>
            </a:r>
            <a:r>
              <a:rPr lang="en-US" dirty="0"/>
              <a:t> for real-world accessibility. </a:t>
            </a:r>
          </a:p>
          <a:p>
            <a:r>
              <a:rPr lang="en-US" dirty="0"/>
              <a:t>The proposed AGRO-GPT system improves transparency, accessibility, and practical usability of AI in smart agriculture through real-time prediction, explainability, and cloud-based deployment.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3F103-7EE5-5922-FBCC-F3B96F839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A60F6-7DB0-467E-96ED-BD436AB6B60E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D3F6A-E8A3-18C1-B2C6-9A8ACC87E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949C6-C461-FBCE-7F44-EB2E4AE7E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78119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AEFB7-7E3A-34D8-0A30-9AC2614C2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5CF5A-A39B-AB05-B95C-6D7CBB844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Conclusion:</a:t>
            </a:r>
            <a:endParaRPr lang="en-IN" dirty="0"/>
          </a:p>
          <a:p>
            <a:r>
              <a:rPr lang="en-US" dirty="0"/>
              <a:t>AGRO-GPT successfully demonstrates the use of Deep Learning and Explainable AI for intelligent plant disease detection.</a:t>
            </a:r>
            <a:endParaRPr lang="en-IN" dirty="0"/>
          </a:p>
          <a:p>
            <a:r>
              <a:rPr lang="en-US" dirty="0"/>
              <a:t>The EfficientNet-B0 based model achieved high classification accuracy while maintaining efficient inference performance.</a:t>
            </a:r>
          </a:p>
          <a:p>
            <a:r>
              <a:rPr lang="en-US" dirty="0"/>
              <a:t>Grad-CAM visualization improved transparency by highlighting disease-affected regions of leaf images.</a:t>
            </a:r>
          </a:p>
          <a:p>
            <a:r>
              <a:rPr lang="en-US" dirty="0"/>
              <a:t>The knowledge engine provided meaningful agricultural assistance including disease description, causes, remedies, and prevention measures.</a:t>
            </a:r>
          </a:p>
          <a:p>
            <a:r>
              <a:rPr lang="en-US" dirty="0"/>
              <a:t>Cloud deployment using </a:t>
            </a:r>
            <a:r>
              <a:rPr lang="en-US" dirty="0" err="1"/>
              <a:t>FastAPI</a:t>
            </a:r>
            <a:r>
              <a:rPr lang="en-US" dirty="0"/>
              <a:t>, Hugging Face, React, and </a:t>
            </a:r>
            <a:r>
              <a:rPr lang="en-US" dirty="0" err="1"/>
              <a:t>Vercel</a:t>
            </a:r>
            <a:r>
              <a:rPr lang="en-US" dirty="0"/>
              <a:t> enabled real-time accessibility and practical usability.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A503F-0172-C20A-B719-510D3E1AA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B22F7-8B0F-BD5C-2BB8-D40E4D2F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2A42D-CFF2-3D6B-3FE2-2E56B6182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438548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E3C0B-E32E-BD63-BC61-FFFE0F18F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F31AA-6D89-4E03-E912-D7F6DC85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D4E92-4208-D059-25B7-A34B6A2B8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Future Scope:</a:t>
            </a:r>
            <a:endParaRPr lang="en-IN" dirty="0"/>
          </a:p>
          <a:p>
            <a:r>
              <a:rPr lang="en-US" dirty="0"/>
              <a:t>Expand the system to support more crops and additional plant disease categories.</a:t>
            </a:r>
            <a:r>
              <a:rPr lang="en-IN" dirty="0"/>
              <a:t> </a:t>
            </a:r>
          </a:p>
          <a:p>
            <a:r>
              <a:rPr lang="en-US" dirty="0"/>
              <a:t>Integrate multilingual voice assistance for better accessibility among farmers.</a:t>
            </a:r>
          </a:p>
          <a:p>
            <a:r>
              <a:rPr lang="en-US" dirty="0"/>
              <a:t>Improve the knowledge engine using advanced Large Language Models and Retrieval-Augmented Generation (RAG).</a:t>
            </a:r>
          </a:p>
          <a:p>
            <a:r>
              <a:rPr lang="en-US" dirty="0"/>
              <a:t>Incorporate real-time weather and environmental data for more accurate agricultural recommendations.</a:t>
            </a:r>
          </a:p>
          <a:p>
            <a:r>
              <a:rPr lang="en-IN" dirty="0"/>
              <a:t>Expand dataset with more real-world images</a:t>
            </a:r>
          </a:p>
          <a:p>
            <a:r>
              <a:rPr lang="en-US" dirty="0"/>
              <a:t>Add severity estimation and crop yield prediction modules for advanced smart farming analytics.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F9D3C-F1CD-CBA2-EC71-D2CC01C43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39FFE-3E3E-F62B-E93E-F139E1AC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4BB0A-17DA-2520-1024-43B05CB82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840232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BCFD7-9AD0-9321-A6E2-12259B3BF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C27DE-0366-D814-DA65-6A000B7AC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r>
              <a:rPr lang="en-IN" dirty="0"/>
              <a:t>[1] M. Tan and Q. Le, "</a:t>
            </a:r>
            <a:r>
              <a:rPr lang="en-IN" dirty="0" err="1"/>
              <a:t>EfficientNet</a:t>
            </a:r>
            <a:r>
              <a:rPr lang="en-IN" dirty="0"/>
              <a:t>: Rethinking Model Scaling for Convolutional Neural Networks," </a:t>
            </a:r>
            <a:r>
              <a:rPr lang="en-IN" i="1" dirty="0"/>
              <a:t>ICML</a:t>
            </a:r>
            <a:r>
              <a:rPr lang="en-IN" dirty="0"/>
              <a:t>, 2019.</a:t>
            </a:r>
          </a:p>
          <a:p>
            <a:r>
              <a:rPr lang="en-IN" dirty="0"/>
              <a:t>[2] R. R. Selvaraju et al., "Grad-CAM: Visual Explanations from Deep Networks via Gradient-based Localization," </a:t>
            </a:r>
            <a:r>
              <a:rPr lang="en-IN" i="1" dirty="0"/>
              <a:t>ICCV</a:t>
            </a:r>
            <a:r>
              <a:rPr lang="en-IN" dirty="0"/>
              <a:t>, 2017.</a:t>
            </a:r>
          </a:p>
          <a:p>
            <a:r>
              <a:rPr lang="en-IN" dirty="0"/>
              <a:t>[3] "</a:t>
            </a:r>
            <a:r>
              <a:rPr lang="en-IN" dirty="0" err="1"/>
              <a:t>PlantVillage</a:t>
            </a:r>
            <a:r>
              <a:rPr lang="en-IN" dirty="0"/>
              <a:t> Dataset," Kaggle. Accessed: May 18, 2026.</a:t>
            </a:r>
          </a:p>
          <a:p>
            <a:r>
              <a:rPr lang="en-IN" dirty="0"/>
              <a:t>[4] "TensorFlow Documentation," Google Developers. Accessed: May 18, 2026.</a:t>
            </a:r>
          </a:p>
          <a:p>
            <a:r>
              <a:rPr lang="en-IN" dirty="0"/>
              <a:t>[5] "</a:t>
            </a:r>
            <a:r>
              <a:rPr lang="en-IN" dirty="0" err="1"/>
              <a:t>FastAPI</a:t>
            </a:r>
            <a:r>
              <a:rPr lang="en-IN" dirty="0"/>
              <a:t> Documentation." Accessed: May 18, 2026.</a:t>
            </a:r>
          </a:p>
          <a:p>
            <a:r>
              <a:rPr lang="en-IN" dirty="0"/>
              <a:t>[6] "</a:t>
            </a:r>
            <a:r>
              <a:rPr lang="en-IN" dirty="0" err="1"/>
              <a:t>Streamlit</a:t>
            </a:r>
            <a:r>
              <a:rPr lang="en-IN" dirty="0"/>
              <a:t> Documentation." Accessed: May 18, 2026.</a:t>
            </a:r>
          </a:p>
          <a:p>
            <a:r>
              <a:rPr lang="en-IN" dirty="0"/>
              <a:t>[7] I. Goodfellow, Y. Bengio, and A. Courville, </a:t>
            </a:r>
            <a:r>
              <a:rPr lang="en-IN" i="1" dirty="0"/>
              <a:t>Deep Learning</a:t>
            </a:r>
            <a:r>
              <a:rPr lang="en-IN" dirty="0"/>
              <a:t>. MIT Press, 2016.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C33D1-D10C-ED93-B410-203EAA027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12933-667F-2E35-0EE6-9FA5B29BD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5D270-2E29-6613-95DD-7E65CA1C5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230513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87E4-8121-AD16-D6A8-1CF319ECE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71DC8-47CA-A437-441F-732B71400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FE918-9B19-FB88-84C8-F5680E0A2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r>
              <a:rPr lang="en-IN" dirty="0"/>
              <a:t>[8] Kaggle Dataset: Wheat Leaf Disease by Jayaprakash </a:t>
            </a:r>
            <a:r>
              <a:rPr lang="en-IN" dirty="0" err="1"/>
              <a:t>Pondy</a:t>
            </a:r>
            <a:r>
              <a:rPr lang="en-IN" dirty="0"/>
              <a:t> (2023). Available: </a:t>
            </a:r>
            <a:r>
              <a:rPr lang="en-IN" dirty="0">
                <a:hlinkClick r:id="rId2"/>
              </a:rPr>
              <a:t>https://www.kaggle.com/datasets/jayaprakashpondy/wheat-leaf-disease</a:t>
            </a:r>
            <a:endParaRPr lang="en-IN" dirty="0"/>
          </a:p>
          <a:p>
            <a:r>
              <a:rPr lang="en-IN" dirty="0"/>
              <a:t>[9] Kaggle Dataset: Rice Disease Dataset by Anshul M (2024). Available: </a:t>
            </a:r>
            <a:r>
              <a:rPr lang="en-IN" dirty="0">
                <a:hlinkClick r:id="rId3"/>
              </a:rPr>
              <a:t>https://www.kaggle.com/datasets/anshulm257/rice-disease-dataset</a:t>
            </a:r>
            <a:endParaRPr lang="en-IN" dirty="0"/>
          </a:p>
          <a:p>
            <a:r>
              <a:rPr lang="en-IN" dirty="0"/>
              <a:t>[10] Kaggle Dataset: </a:t>
            </a:r>
            <a:r>
              <a:rPr lang="en-IN" dirty="0" err="1"/>
              <a:t>PlantVillage</a:t>
            </a:r>
            <a:r>
              <a:rPr lang="en-IN" dirty="0"/>
              <a:t> Dataset. Available: </a:t>
            </a:r>
            <a:r>
              <a:rPr lang="en-IN" dirty="0">
                <a:hlinkClick r:id="rId4"/>
              </a:rPr>
              <a:t>https://www.kaggle.com/datasets/emmarex/plantdisease</a:t>
            </a:r>
            <a:endParaRPr lang="en-IN" dirty="0"/>
          </a:p>
          <a:p>
            <a:r>
              <a:rPr lang="en-IN" dirty="0"/>
              <a:t>[11] Kaggle Dataset: </a:t>
            </a:r>
            <a:r>
              <a:rPr lang="en-IN" dirty="0" err="1"/>
              <a:t>PlantDoc</a:t>
            </a:r>
            <a:r>
              <a:rPr lang="en-IN" dirty="0"/>
              <a:t> Dataset. Available: </a:t>
            </a:r>
            <a:r>
              <a:rPr lang="en-IN" dirty="0">
                <a:hlinkClick r:id="rId5"/>
              </a:rPr>
              <a:t>https://www.kaggle.com/datasets/emmarex/plantdoc</a:t>
            </a:r>
            <a:endParaRPr lang="en-IN" dirty="0"/>
          </a:p>
          <a:p>
            <a:r>
              <a:rPr lang="en-IN" dirty="0"/>
              <a:t>[12] Live Application: </a:t>
            </a:r>
            <a:r>
              <a:rPr lang="en-IN" dirty="0" err="1"/>
              <a:t>AgroGPT</a:t>
            </a:r>
            <a:r>
              <a:rPr lang="en-IN" dirty="0"/>
              <a:t> Frontend. Available: </a:t>
            </a:r>
            <a:r>
              <a:rPr lang="en-IN" dirty="0">
                <a:hlinkClick r:id="rId6"/>
              </a:rPr>
              <a:t>https://agro-gpt-a-multimodal-disease-under.vercel.app/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DA6DE-4A32-6399-7EA2-888B89F5A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646DE-D98D-37DA-53D4-FF365FB92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/>
              <a:t>URP 4301 - Final Year Research Project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8604E-DFBF-42E8-1E73-530BE3F66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588277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F10A4-639D-4F22-9C5D-BDE292E17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B088B-0B5C-41DF-A0DC-D07E0F442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19/05/2026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C3D76-6985-425F-8101-B931A0AB3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29264-98AF-4446-AC64-007FC86D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41</a:t>
            </a:fld>
            <a:endParaRPr lang="en-IN"/>
          </a:p>
        </p:txBody>
      </p:sp>
      <p:pic>
        <p:nvPicPr>
          <p:cNvPr id="3076" name="Picture 4" descr="any question - Masaka.luxiarweddingphoto.com">
            <a:extLst>
              <a:ext uri="{FF2B5EF4-FFF2-40B4-BE49-F238E27FC236}">
                <a16:creationId xmlns:a16="http://schemas.microsoft.com/office/drawing/2014/main" id="{6053F465-F367-AD8D-51C1-E0ECA41B80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660" y="1674260"/>
            <a:ext cx="6066965" cy="4548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18148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5"/>
            <a:ext cx="3081576" cy="2914649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openxmlformats.org/package/2006/metadata/core-properties"/>
    <ds:schemaRef ds:uri="http://purl.org/dc/terms/"/>
    <ds:schemaRef ds:uri="16c05727-aa75-4e4a-9b5f-8a80a1165891"/>
    <ds:schemaRef ds:uri="71af3243-3dd4-4a8d-8c0d-dd76da1f02a5"/>
    <ds:schemaRef ds:uri="230e9df3-be65-4c73-a93b-d1236ebd677e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microsoft.com/sharepoint/v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3550</TotalTime>
  <Words>3195</Words>
  <Application>Microsoft Office PowerPoint</Application>
  <PresentationFormat>Widescreen</PresentationFormat>
  <Paragraphs>521</Paragraphs>
  <Slides>42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 Narrow</vt:lpstr>
      <vt:lpstr>Calibri</vt:lpstr>
      <vt:lpstr>Calisto MT</vt:lpstr>
      <vt:lpstr>Cambria</vt:lpstr>
      <vt:lpstr>Ebrima</vt:lpstr>
      <vt:lpstr>Gill Sans MT</vt:lpstr>
      <vt:lpstr>Wingdings 2</vt:lpstr>
      <vt:lpstr>Custom</vt:lpstr>
      <vt:lpstr>URP 4301 – Final Year Research Project</vt:lpstr>
      <vt:lpstr>Contents</vt:lpstr>
      <vt:lpstr>INTRODUCTION</vt:lpstr>
      <vt:lpstr>INTRODUCTION</vt:lpstr>
      <vt:lpstr>Problem Statement</vt:lpstr>
      <vt:lpstr>PROBLEM STATEMENT</vt:lpstr>
      <vt:lpstr>Project Objectives</vt:lpstr>
      <vt:lpstr>Literature survey</vt:lpstr>
      <vt:lpstr>LITERATURE SURVEY – CHALLENGES &amp; RESEARCH GAPS</vt:lpstr>
      <vt:lpstr>LITERATURE SURVEY – CHALLENGES &amp; RESEARCH GAPS</vt:lpstr>
      <vt:lpstr>System architecture</vt:lpstr>
      <vt:lpstr>System architecture</vt:lpstr>
      <vt:lpstr>Dataset Description</vt:lpstr>
      <vt:lpstr>Dataset Description</vt:lpstr>
      <vt:lpstr>Data Preprocessing</vt:lpstr>
      <vt:lpstr>Exploratory Data Analysis (EDA)</vt:lpstr>
      <vt:lpstr>EDA VISUALIZATIONS</vt:lpstr>
      <vt:lpstr>Exploratory Data Analysis (EDA)</vt:lpstr>
      <vt:lpstr>Model Selection</vt:lpstr>
      <vt:lpstr>Model Architecture </vt:lpstr>
      <vt:lpstr>Model Architecture </vt:lpstr>
      <vt:lpstr>Software stack</vt:lpstr>
      <vt:lpstr>Platform information</vt:lpstr>
      <vt:lpstr>Results ANALYSIS</vt:lpstr>
      <vt:lpstr>results</vt:lpstr>
      <vt:lpstr>CONFUSION MATRIX &amp; Grad-CAM </vt:lpstr>
      <vt:lpstr>CONFUSION MATRIX &amp; Grad-CAM </vt:lpstr>
      <vt:lpstr>KNOWLEDGE ENGINE</vt:lpstr>
      <vt:lpstr>KNOWLEDGE ENGINE</vt:lpstr>
      <vt:lpstr>BACKEND &amp; FRONTEND ARCHITECTURE</vt:lpstr>
      <vt:lpstr>DEPLOYMENT DETAILS</vt:lpstr>
      <vt:lpstr>DEPLOYMENT DETAILS</vt:lpstr>
      <vt:lpstr>FINAL IMPLEMENTED FEATURES</vt:lpstr>
      <vt:lpstr>SYSTEM WORKFLOW</vt:lpstr>
      <vt:lpstr>DISCUSSION</vt:lpstr>
      <vt:lpstr>Discussion</vt:lpstr>
      <vt:lpstr>CONCLUSION &amp; FUTURE SCOPE</vt:lpstr>
      <vt:lpstr>CONCLUSION &amp; FUTURE SCOPE</vt:lpstr>
      <vt:lpstr>References</vt:lpstr>
      <vt:lpstr>References</vt:lpstr>
      <vt:lpstr>THANK YOU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Gyana Patra</dc:creator>
  <cp:lastModifiedBy>Ansuman Mantri</cp:lastModifiedBy>
  <cp:revision>32</cp:revision>
  <dcterms:created xsi:type="dcterms:W3CDTF">2026-02-04T09:45:50Z</dcterms:created>
  <dcterms:modified xsi:type="dcterms:W3CDTF">2026-05-27T08:49:39Z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